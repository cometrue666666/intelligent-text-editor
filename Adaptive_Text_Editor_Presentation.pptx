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7" r:id="rId4"/>
    <p:sldId id="258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0B862D-D7EE-4F44-8270-48502DE35294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3F79297-4486-4878-9671-F9A2E403676D}">
      <dgm:prSet/>
      <dgm:spPr/>
      <dgm:t>
        <a:bodyPr/>
        <a:lstStyle/>
        <a:p>
          <a:r>
            <a:rPr lang="en-US" b="1"/>
            <a:t>Goal: </a:t>
          </a:r>
          <a:endParaRPr lang="en-US"/>
        </a:p>
      </dgm:t>
    </dgm:pt>
    <dgm:pt modelId="{70592EF3-F15F-4A49-A732-9B3C00221E2B}" type="parTrans" cxnId="{A6FFDEC1-A673-4C13-B2AD-E464F2863B91}">
      <dgm:prSet/>
      <dgm:spPr/>
      <dgm:t>
        <a:bodyPr/>
        <a:lstStyle/>
        <a:p>
          <a:endParaRPr lang="en-US"/>
        </a:p>
      </dgm:t>
    </dgm:pt>
    <dgm:pt modelId="{119AD13A-FC54-4353-8A3C-D3AB8F04433B}" type="sibTrans" cxnId="{A6FFDEC1-A673-4C13-B2AD-E464F2863B91}">
      <dgm:prSet/>
      <dgm:spPr/>
      <dgm:t>
        <a:bodyPr/>
        <a:lstStyle/>
        <a:p>
          <a:endParaRPr lang="en-US"/>
        </a:p>
      </dgm:t>
    </dgm:pt>
    <dgm:pt modelId="{B20173E7-56C6-4408-9847-67F5B90478FC}">
      <dgm:prSet/>
      <dgm:spPr/>
      <dgm:t>
        <a:bodyPr/>
        <a:lstStyle/>
        <a:p>
          <a:r>
            <a:rPr lang="en-US" b="1"/>
            <a:t>Faster, smarter, flexible context-aware editing</a:t>
          </a:r>
          <a:endParaRPr lang="en-US"/>
        </a:p>
      </dgm:t>
    </dgm:pt>
    <dgm:pt modelId="{C952CB50-EAC9-4FDA-AFA6-3A0C42F0680A}" type="parTrans" cxnId="{56E1DE7B-3123-47D3-9DF5-D2CC4F219B89}">
      <dgm:prSet/>
      <dgm:spPr/>
      <dgm:t>
        <a:bodyPr/>
        <a:lstStyle/>
        <a:p>
          <a:endParaRPr lang="en-US"/>
        </a:p>
      </dgm:t>
    </dgm:pt>
    <dgm:pt modelId="{818D5673-3EEF-454D-8C4F-49637353FEED}" type="sibTrans" cxnId="{56E1DE7B-3123-47D3-9DF5-D2CC4F219B89}">
      <dgm:prSet/>
      <dgm:spPr/>
      <dgm:t>
        <a:bodyPr/>
        <a:lstStyle/>
        <a:p>
          <a:endParaRPr lang="en-US"/>
        </a:p>
      </dgm:t>
    </dgm:pt>
    <dgm:pt modelId="{1918E98C-A78D-49D6-9657-B71A6EFDE909}" type="pres">
      <dgm:prSet presAssocID="{C20B862D-D7EE-4F44-8270-48502DE35294}" presName="linearFlow" presStyleCnt="0">
        <dgm:presLayoutVars>
          <dgm:resizeHandles val="exact"/>
        </dgm:presLayoutVars>
      </dgm:prSet>
      <dgm:spPr/>
    </dgm:pt>
    <dgm:pt modelId="{A9EE8143-8545-413C-BEC9-5B381A3DED62}" type="pres">
      <dgm:prSet presAssocID="{33F79297-4486-4878-9671-F9A2E403676D}" presName="node" presStyleLbl="node1" presStyleIdx="0" presStyleCnt="1">
        <dgm:presLayoutVars>
          <dgm:bulletEnabled val="1"/>
        </dgm:presLayoutVars>
      </dgm:prSet>
      <dgm:spPr/>
    </dgm:pt>
  </dgm:ptLst>
  <dgm:cxnLst>
    <dgm:cxn modelId="{B4046414-7B32-4896-A168-1D798DC8FC17}" type="presOf" srcId="{B20173E7-56C6-4408-9847-67F5B90478FC}" destId="{A9EE8143-8545-413C-BEC9-5B381A3DED62}" srcOrd="0" destOrd="1" presId="urn:microsoft.com/office/officeart/2005/8/layout/process2"/>
    <dgm:cxn modelId="{5EA13935-C810-43D8-B806-164A94C90AB1}" type="presOf" srcId="{C20B862D-D7EE-4F44-8270-48502DE35294}" destId="{1918E98C-A78D-49D6-9657-B71A6EFDE909}" srcOrd="0" destOrd="0" presId="urn:microsoft.com/office/officeart/2005/8/layout/process2"/>
    <dgm:cxn modelId="{51579F62-0089-45AA-9F3B-5EAC5B585FFA}" type="presOf" srcId="{33F79297-4486-4878-9671-F9A2E403676D}" destId="{A9EE8143-8545-413C-BEC9-5B381A3DED62}" srcOrd="0" destOrd="0" presId="urn:microsoft.com/office/officeart/2005/8/layout/process2"/>
    <dgm:cxn modelId="{56E1DE7B-3123-47D3-9DF5-D2CC4F219B89}" srcId="{33F79297-4486-4878-9671-F9A2E403676D}" destId="{B20173E7-56C6-4408-9847-67F5B90478FC}" srcOrd="0" destOrd="0" parTransId="{C952CB50-EAC9-4FDA-AFA6-3A0C42F0680A}" sibTransId="{818D5673-3EEF-454D-8C4F-49637353FEED}"/>
    <dgm:cxn modelId="{A6FFDEC1-A673-4C13-B2AD-E464F2863B91}" srcId="{C20B862D-D7EE-4F44-8270-48502DE35294}" destId="{33F79297-4486-4878-9671-F9A2E403676D}" srcOrd="0" destOrd="0" parTransId="{70592EF3-F15F-4A49-A732-9B3C00221E2B}" sibTransId="{119AD13A-FC54-4353-8A3C-D3AB8F04433B}"/>
    <dgm:cxn modelId="{90B0D703-B642-4A3A-A0CD-9B7CEB2A8B7A}" type="presParOf" srcId="{1918E98C-A78D-49D6-9657-B71A6EFDE909}" destId="{A9EE8143-8545-413C-BEC9-5B381A3DED62}" srcOrd="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AFCFCC-100C-4ECA-A777-45E1CDB651B7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EECB6A1-7003-4262-BA0D-1BFCAAA0F6C3}">
      <dgm:prSet/>
      <dgm:spPr/>
      <dgm:t>
        <a:bodyPr/>
        <a:lstStyle/>
        <a:p>
          <a:pPr>
            <a:defRPr cap="all"/>
          </a:pPr>
          <a:r>
            <a:rPr lang="en-US" b="1" dirty="0"/>
            <a:t>Rule-based adaptive interface  </a:t>
          </a:r>
          <a:endParaRPr lang="en-US" dirty="0"/>
        </a:p>
      </dgm:t>
    </dgm:pt>
    <dgm:pt modelId="{95FA2118-5CF2-4310-B67C-7C9A185F3A4B}" type="parTrans" cxnId="{3EF5D10F-2ADB-4C40-AAAF-D233B2D02E13}">
      <dgm:prSet/>
      <dgm:spPr/>
      <dgm:t>
        <a:bodyPr/>
        <a:lstStyle/>
        <a:p>
          <a:endParaRPr lang="en-US"/>
        </a:p>
      </dgm:t>
    </dgm:pt>
    <dgm:pt modelId="{5EFDAF65-B6E4-4649-A1A0-B0C22F826323}" type="sibTrans" cxnId="{3EF5D10F-2ADB-4C40-AAAF-D233B2D02E13}">
      <dgm:prSet/>
      <dgm:spPr/>
      <dgm:t>
        <a:bodyPr/>
        <a:lstStyle/>
        <a:p>
          <a:endParaRPr lang="en-US"/>
        </a:p>
      </dgm:t>
    </dgm:pt>
    <dgm:pt modelId="{13D962C6-ED45-41D8-927D-030D324EB431}">
      <dgm:prSet/>
      <dgm:spPr/>
      <dgm:t>
        <a:bodyPr/>
        <a:lstStyle/>
        <a:p>
          <a:pPr>
            <a:defRPr cap="all"/>
          </a:pPr>
          <a:r>
            <a:rPr lang="en-US" b="1" dirty="0"/>
            <a:t>Integrated AI for text editor (with LLama3)</a:t>
          </a:r>
          <a:endParaRPr lang="en-US" dirty="0"/>
        </a:p>
      </dgm:t>
    </dgm:pt>
    <dgm:pt modelId="{92D7C92C-F3D1-472A-BC8A-E3FE86CA1D8F}" type="parTrans" cxnId="{8D671E85-3D9C-4C47-B9EF-8E9F8B23E350}">
      <dgm:prSet/>
      <dgm:spPr/>
      <dgm:t>
        <a:bodyPr/>
        <a:lstStyle/>
        <a:p>
          <a:endParaRPr lang="en-US"/>
        </a:p>
      </dgm:t>
    </dgm:pt>
    <dgm:pt modelId="{0CA53F56-90A3-4B00-B305-94549B081063}" type="sibTrans" cxnId="{8D671E85-3D9C-4C47-B9EF-8E9F8B23E350}">
      <dgm:prSet/>
      <dgm:spPr/>
      <dgm:t>
        <a:bodyPr/>
        <a:lstStyle/>
        <a:p>
          <a:endParaRPr lang="en-US"/>
        </a:p>
      </dgm:t>
    </dgm:pt>
    <dgm:pt modelId="{ED8214A1-E96E-413B-8BD7-B89AD9B3E36F}" type="pres">
      <dgm:prSet presAssocID="{37AFCFCC-100C-4ECA-A777-45E1CDB651B7}" presName="root" presStyleCnt="0">
        <dgm:presLayoutVars>
          <dgm:dir/>
          <dgm:resizeHandles val="exact"/>
        </dgm:presLayoutVars>
      </dgm:prSet>
      <dgm:spPr/>
    </dgm:pt>
    <dgm:pt modelId="{A1C99884-2B60-4889-9AF9-F1CBB48C4B27}" type="pres">
      <dgm:prSet presAssocID="{5EECB6A1-7003-4262-BA0D-1BFCAAA0F6C3}" presName="compNode" presStyleCnt="0"/>
      <dgm:spPr/>
    </dgm:pt>
    <dgm:pt modelId="{95E9DB39-1C83-4B22-896F-006E94988079}" type="pres">
      <dgm:prSet presAssocID="{5EECB6A1-7003-4262-BA0D-1BFCAAA0F6C3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05166443-C262-4AA2-A1A7-ABF6D20CE2AB}" type="pres">
      <dgm:prSet presAssocID="{5EECB6A1-7003-4262-BA0D-1BFCAAA0F6C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974943F-89C9-40C3-9489-D0C404B1470B}" type="pres">
      <dgm:prSet presAssocID="{5EECB6A1-7003-4262-BA0D-1BFCAAA0F6C3}" presName="spaceRect" presStyleCnt="0"/>
      <dgm:spPr/>
    </dgm:pt>
    <dgm:pt modelId="{4B8C3B52-5F9D-4F55-B413-432B68843B5B}" type="pres">
      <dgm:prSet presAssocID="{5EECB6A1-7003-4262-BA0D-1BFCAAA0F6C3}" presName="textRect" presStyleLbl="revTx" presStyleIdx="0" presStyleCnt="2">
        <dgm:presLayoutVars>
          <dgm:chMax val="1"/>
          <dgm:chPref val="1"/>
        </dgm:presLayoutVars>
      </dgm:prSet>
      <dgm:spPr/>
    </dgm:pt>
    <dgm:pt modelId="{6ADCFBCF-2175-42B9-B917-00FE5E3D626D}" type="pres">
      <dgm:prSet presAssocID="{5EFDAF65-B6E4-4649-A1A0-B0C22F826323}" presName="sibTrans" presStyleCnt="0"/>
      <dgm:spPr/>
    </dgm:pt>
    <dgm:pt modelId="{9F8E4F1C-E3EF-42A7-A22B-76D61D4164A3}" type="pres">
      <dgm:prSet presAssocID="{13D962C6-ED45-41D8-927D-030D324EB431}" presName="compNode" presStyleCnt="0"/>
      <dgm:spPr/>
    </dgm:pt>
    <dgm:pt modelId="{B3B13D95-63DA-4C6E-98AA-B84197DF5D99}" type="pres">
      <dgm:prSet presAssocID="{13D962C6-ED45-41D8-927D-030D324EB431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B4871F82-1E5D-4C00-9BAC-E0EE5565B581}" type="pres">
      <dgm:prSet presAssocID="{13D962C6-ED45-41D8-927D-030D324EB43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1FC098A-26ED-4BA0-B7B3-B79DE28F7F2D}" type="pres">
      <dgm:prSet presAssocID="{13D962C6-ED45-41D8-927D-030D324EB431}" presName="spaceRect" presStyleCnt="0"/>
      <dgm:spPr/>
    </dgm:pt>
    <dgm:pt modelId="{4E60878C-E776-4CA5-95B8-544EF060E132}" type="pres">
      <dgm:prSet presAssocID="{13D962C6-ED45-41D8-927D-030D324EB43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EF5D10F-2ADB-4C40-AAAF-D233B2D02E13}" srcId="{37AFCFCC-100C-4ECA-A777-45E1CDB651B7}" destId="{5EECB6A1-7003-4262-BA0D-1BFCAAA0F6C3}" srcOrd="0" destOrd="0" parTransId="{95FA2118-5CF2-4310-B67C-7C9A185F3A4B}" sibTransId="{5EFDAF65-B6E4-4649-A1A0-B0C22F826323}"/>
    <dgm:cxn modelId="{8D671E85-3D9C-4C47-B9EF-8E9F8B23E350}" srcId="{37AFCFCC-100C-4ECA-A777-45E1CDB651B7}" destId="{13D962C6-ED45-41D8-927D-030D324EB431}" srcOrd="1" destOrd="0" parTransId="{92D7C92C-F3D1-472A-BC8A-E3FE86CA1D8F}" sibTransId="{0CA53F56-90A3-4B00-B305-94549B081063}"/>
    <dgm:cxn modelId="{3FC8D2A0-F95B-4916-960B-2E2D0D2B5742}" type="presOf" srcId="{5EECB6A1-7003-4262-BA0D-1BFCAAA0F6C3}" destId="{4B8C3B52-5F9D-4F55-B413-432B68843B5B}" srcOrd="0" destOrd="0" presId="urn:microsoft.com/office/officeart/2018/5/layout/IconLeafLabelList"/>
    <dgm:cxn modelId="{E2B158A3-E547-4A8C-AEC2-97B584E3043C}" type="presOf" srcId="{13D962C6-ED45-41D8-927D-030D324EB431}" destId="{4E60878C-E776-4CA5-95B8-544EF060E132}" srcOrd="0" destOrd="0" presId="urn:microsoft.com/office/officeart/2018/5/layout/IconLeafLabelList"/>
    <dgm:cxn modelId="{296ED2C8-1CE5-4278-8AAC-C2B35879A7A7}" type="presOf" srcId="{37AFCFCC-100C-4ECA-A777-45E1CDB651B7}" destId="{ED8214A1-E96E-413B-8BD7-B89AD9B3E36F}" srcOrd="0" destOrd="0" presId="urn:microsoft.com/office/officeart/2018/5/layout/IconLeafLabelList"/>
    <dgm:cxn modelId="{4FAC35BB-8322-4C0D-BF9B-D8E3A5E3A373}" type="presParOf" srcId="{ED8214A1-E96E-413B-8BD7-B89AD9B3E36F}" destId="{A1C99884-2B60-4889-9AF9-F1CBB48C4B27}" srcOrd="0" destOrd="0" presId="urn:microsoft.com/office/officeart/2018/5/layout/IconLeafLabelList"/>
    <dgm:cxn modelId="{4FB52800-A9CF-4DDA-AD51-A3516EB6B1A8}" type="presParOf" srcId="{A1C99884-2B60-4889-9AF9-F1CBB48C4B27}" destId="{95E9DB39-1C83-4B22-896F-006E94988079}" srcOrd="0" destOrd="0" presId="urn:microsoft.com/office/officeart/2018/5/layout/IconLeafLabelList"/>
    <dgm:cxn modelId="{D905AB74-CDD2-4565-97BE-86E0FFD3D20C}" type="presParOf" srcId="{A1C99884-2B60-4889-9AF9-F1CBB48C4B27}" destId="{05166443-C262-4AA2-A1A7-ABF6D20CE2AB}" srcOrd="1" destOrd="0" presId="urn:microsoft.com/office/officeart/2018/5/layout/IconLeafLabelList"/>
    <dgm:cxn modelId="{D80E5755-5B2B-41FF-B02E-2A2B880E77C4}" type="presParOf" srcId="{A1C99884-2B60-4889-9AF9-F1CBB48C4B27}" destId="{6974943F-89C9-40C3-9489-D0C404B1470B}" srcOrd="2" destOrd="0" presId="urn:microsoft.com/office/officeart/2018/5/layout/IconLeafLabelList"/>
    <dgm:cxn modelId="{B02D32A2-9328-452A-B31D-115BC4B2B53B}" type="presParOf" srcId="{A1C99884-2B60-4889-9AF9-F1CBB48C4B27}" destId="{4B8C3B52-5F9D-4F55-B413-432B68843B5B}" srcOrd="3" destOrd="0" presId="urn:microsoft.com/office/officeart/2018/5/layout/IconLeafLabelList"/>
    <dgm:cxn modelId="{62370F18-890B-4D85-AE63-1BB1DFA00FBE}" type="presParOf" srcId="{ED8214A1-E96E-413B-8BD7-B89AD9B3E36F}" destId="{6ADCFBCF-2175-42B9-B917-00FE5E3D626D}" srcOrd="1" destOrd="0" presId="urn:microsoft.com/office/officeart/2018/5/layout/IconLeafLabelList"/>
    <dgm:cxn modelId="{F382150E-EB5A-46F5-BFBD-4BB2B1E82E2F}" type="presParOf" srcId="{ED8214A1-E96E-413B-8BD7-B89AD9B3E36F}" destId="{9F8E4F1C-E3EF-42A7-A22B-76D61D4164A3}" srcOrd="2" destOrd="0" presId="urn:microsoft.com/office/officeart/2018/5/layout/IconLeafLabelList"/>
    <dgm:cxn modelId="{4B1E6839-6745-4E32-9354-163D78568198}" type="presParOf" srcId="{9F8E4F1C-E3EF-42A7-A22B-76D61D4164A3}" destId="{B3B13D95-63DA-4C6E-98AA-B84197DF5D99}" srcOrd="0" destOrd="0" presId="urn:microsoft.com/office/officeart/2018/5/layout/IconLeafLabelList"/>
    <dgm:cxn modelId="{AF754DDC-3606-4515-9DA2-EC2B56C434DA}" type="presParOf" srcId="{9F8E4F1C-E3EF-42A7-A22B-76D61D4164A3}" destId="{B4871F82-1E5D-4C00-9BAC-E0EE5565B581}" srcOrd="1" destOrd="0" presId="urn:microsoft.com/office/officeart/2018/5/layout/IconLeafLabelList"/>
    <dgm:cxn modelId="{0ABAB0A2-60E5-41A9-92D0-4689D4910376}" type="presParOf" srcId="{9F8E4F1C-E3EF-42A7-A22B-76D61D4164A3}" destId="{11FC098A-26ED-4BA0-B7B3-B79DE28F7F2D}" srcOrd="2" destOrd="0" presId="urn:microsoft.com/office/officeart/2018/5/layout/IconLeafLabelList"/>
    <dgm:cxn modelId="{4852E8CD-5453-4050-BFB8-C8DE4BA5C30B}" type="presParOf" srcId="{9F8E4F1C-E3EF-42A7-A22B-76D61D4164A3}" destId="{4E60878C-E776-4CA5-95B8-544EF060E132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6594D6-95A0-41A7-B066-13A0694DD30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7C85425-8E25-4FCC-9470-B61866EB0629}">
      <dgm:prSet/>
      <dgm:spPr/>
      <dgm:t>
        <a:bodyPr/>
        <a:lstStyle/>
        <a:p>
          <a:r>
            <a:rPr lang="en-US" dirty="0"/>
            <a:t>1. Optimize the UI design to improve user experience </a:t>
          </a:r>
        </a:p>
      </dgm:t>
    </dgm:pt>
    <dgm:pt modelId="{E96364BE-02E1-45C4-9E7E-093C077BEA67}" type="parTrans" cxnId="{421EC9A2-7241-4E61-B39A-6D9E6828083E}">
      <dgm:prSet/>
      <dgm:spPr/>
      <dgm:t>
        <a:bodyPr/>
        <a:lstStyle/>
        <a:p>
          <a:endParaRPr lang="en-US"/>
        </a:p>
      </dgm:t>
    </dgm:pt>
    <dgm:pt modelId="{63ED88E5-E40C-4AC4-95F6-CA5EC3032D37}" type="sibTrans" cxnId="{421EC9A2-7241-4E61-B39A-6D9E6828083E}">
      <dgm:prSet/>
      <dgm:spPr/>
      <dgm:t>
        <a:bodyPr/>
        <a:lstStyle/>
        <a:p>
          <a:endParaRPr lang="en-US"/>
        </a:p>
      </dgm:t>
    </dgm:pt>
    <dgm:pt modelId="{4D07E7C0-93C6-4178-8CC5-279363886B74}">
      <dgm:prSet/>
      <dgm:spPr/>
      <dgm:t>
        <a:bodyPr/>
        <a:lstStyle/>
        <a:p>
          <a:r>
            <a:rPr lang="en-US" dirty="0"/>
            <a:t>2. Integrate an open-source AI agent to directly help modify the text and layout based on the user prompt instructions</a:t>
          </a:r>
        </a:p>
      </dgm:t>
    </dgm:pt>
    <dgm:pt modelId="{04039686-6B61-414F-BBC5-90AAD522E76F}" type="parTrans" cxnId="{FD7AE0CD-5DF6-451D-99BE-7928BDC5A1AC}">
      <dgm:prSet/>
      <dgm:spPr/>
      <dgm:t>
        <a:bodyPr/>
        <a:lstStyle/>
        <a:p>
          <a:endParaRPr lang="en-US"/>
        </a:p>
      </dgm:t>
    </dgm:pt>
    <dgm:pt modelId="{DDA7464B-115F-433E-B4E9-2886BE9549FC}" type="sibTrans" cxnId="{FD7AE0CD-5DF6-451D-99BE-7928BDC5A1AC}">
      <dgm:prSet/>
      <dgm:spPr/>
      <dgm:t>
        <a:bodyPr/>
        <a:lstStyle/>
        <a:p>
          <a:endParaRPr lang="en-US"/>
        </a:p>
      </dgm:t>
    </dgm:pt>
    <dgm:pt modelId="{6BDDA75B-81F4-4B86-AC88-C9949B4D0432}" type="pres">
      <dgm:prSet presAssocID="{346594D6-95A0-41A7-B066-13A0694DD30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F42EB46-EE36-47FA-9E42-FF0B9A2B38C9}" type="pres">
      <dgm:prSet presAssocID="{77C85425-8E25-4FCC-9470-B61866EB0629}" presName="hierRoot1" presStyleCnt="0"/>
      <dgm:spPr/>
    </dgm:pt>
    <dgm:pt modelId="{0B25EEDD-A623-4A68-87B5-319AA55B5A9C}" type="pres">
      <dgm:prSet presAssocID="{77C85425-8E25-4FCC-9470-B61866EB0629}" presName="composite" presStyleCnt="0"/>
      <dgm:spPr/>
    </dgm:pt>
    <dgm:pt modelId="{C8D47795-B75F-4C4F-83F0-506EBDC29A16}" type="pres">
      <dgm:prSet presAssocID="{77C85425-8E25-4FCC-9470-B61866EB0629}" presName="background" presStyleLbl="node0" presStyleIdx="0" presStyleCnt="2"/>
      <dgm:spPr/>
    </dgm:pt>
    <dgm:pt modelId="{E7DF4B8F-36F7-49D1-949B-BE9473247AFC}" type="pres">
      <dgm:prSet presAssocID="{77C85425-8E25-4FCC-9470-B61866EB0629}" presName="text" presStyleLbl="fgAcc0" presStyleIdx="0" presStyleCnt="2">
        <dgm:presLayoutVars>
          <dgm:chPref val="3"/>
        </dgm:presLayoutVars>
      </dgm:prSet>
      <dgm:spPr/>
    </dgm:pt>
    <dgm:pt modelId="{484E5DE3-327B-4D16-BC9F-DB2C4647FB2E}" type="pres">
      <dgm:prSet presAssocID="{77C85425-8E25-4FCC-9470-B61866EB0629}" presName="hierChild2" presStyleCnt="0"/>
      <dgm:spPr/>
    </dgm:pt>
    <dgm:pt modelId="{0448F96F-1B21-4092-9080-6CE355356611}" type="pres">
      <dgm:prSet presAssocID="{4D07E7C0-93C6-4178-8CC5-279363886B74}" presName="hierRoot1" presStyleCnt="0"/>
      <dgm:spPr/>
    </dgm:pt>
    <dgm:pt modelId="{0F3C1A05-82AF-4107-8057-4915130A0F79}" type="pres">
      <dgm:prSet presAssocID="{4D07E7C0-93C6-4178-8CC5-279363886B74}" presName="composite" presStyleCnt="0"/>
      <dgm:spPr/>
    </dgm:pt>
    <dgm:pt modelId="{90733FBD-98F5-48E5-B01F-76ED30ECF41E}" type="pres">
      <dgm:prSet presAssocID="{4D07E7C0-93C6-4178-8CC5-279363886B74}" presName="background" presStyleLbl="node0" presStyleIdx="1" presStyleCnt="2"/>
      <dgm:spPr/>
    </dgm:pt>
    <dgm:pt modelId="{824F82A8-E1AA-4F2F-980C-D73CBC3F5398}" type="pres">
      <dgm:prSet presAssocID="{4D07E7C0-93C6-4178-8CC5-279363886B74}" presName="text" presStyleLbl="fgAcc0" presStyleIdx="1" presStyleCnt="2">
        <dgm:presLayoutVars>
          <dgm:chPref val="3"/>
        </dgm:presLayoutVars>
      </dgm:prSet>
      <dgm:spPr/>
    </dgm:pt>
    <dgm:pt modelId="{9F580CF2-A944-4558-BED0-F392571B3890}" type="pres">
      <dgm:prSet presAssocID="{4D07E7C0-93C6-4178-8CC5-279363886B74}" presName="hierChild2" presStyleCnt="0"/>
      <dgm:spPr/>
    </dgm:pt>
  </dgm:ptLst>
  <dgm:cxnLst>
    <dgm:cxn modelId="{79D1A9A1-EDBD-44F0-B5B2-A2C1EDA3869D}" type="presOf" srcId="{346594D6-95A0-41A7-B066-13A0694DD30D}" destId="{6BDDA75B-81F4-4B86-AC88-C9949B4D0432}" srcOrd="0" destOrd="0" presId="urn:microsoft.com/office/officeart/2005/8/layout/hierarchy1"/>
    <dgm:cxn modelId="{421EC9A2-7241-4E61-B39A-6D9E6828083E}" srcId="{346594D6-95A0-41A7-B066-13A0694DD30D}" destId="{77C85425-8E25-4FCC-9470-B61866EB0629}" srcOrd="0" destOrd="0" parTransId="{E96364BE-02E1-45C4-9E7E-093C077BEA67}" sibTransId="{63ED88E5-E40C-4AC4-95F6-CA5EC3032D37}"/>
    <dgm:cxn modelId="{FD7AE0CD-5DF6-451D-99BE-7928BDC5A1AC}" srcId="{346594D6-95A0-41A7-B066-13A0694DD30D}" destId="{4D07E7C0-93C6-4178-8CC5-279363886B74}" srcOrd="1" destOrd="0" parTransId="{04039686-6B61-414F-BBC5-90AAD522E76F}" sibTransId="{DDA7464B-115F-433E-B4E9-2886BE9549FC}"/>
    <dgm:cxn modelId="{673900D2-B55D-44AE-B7C0-EC10982C7B37}" type="presOf" srcId="{77C85425-8E25-4FCC-9470-B61866EB0629}" destId="{E7DF4B8F-36F7-49D1-949B-BE9473247AFC}" srcOrd="0" destOrd="0" presId="urn:microsoft.com/office/officeart/2005/8/layout/hierarchy1"/>
    <dgm:cxn modelId="{E21609E5-EC06-49C2-A9C1-3E9BD04B1AEA}" type="presOf" srcId="{4D07E7C0-93C6-4178-8CC5-279363886B74}" destId="{824F82A8-E1AA-4F2F-980C-D73CBC3F5398}" srcOrd="0" destOrd="0" presId="urn:microsoft.com/office/officeart/2005/8/layout/hierarchy1"/>
    <dgm:cxn modelId="{AD016385-46D5-487F-8034-7F05FB16CAE0}" type="presParOf" srcId="{6BDDA75B-81F4-4B86-AC88-C9949B4D0432}" destId="{0F42EB46-EE36-47FA-9E42-FF0B9A2B38C9}" srcOrd="0" destOrd="0" presId="urn:microsoft.com/office/officeart/2005/8/layout/hierarchy1"/>
    <dgm:cxn modelId="{2753DCA4-F3A3-41D9-815D-EAEA2217711E}" type="presParOf" srcId="{0F42EB46-EE36-47FA-9E42-FF0B9A2B38C9}" destId="{0B25EEDD-A623-4A68-87B5-319AA55B5A9C}" srcOrd="0" destOrd="0" presId="urn:microsoft.com/office/officeart/2005/8/layout/hierarchy1"/>
    <dgm:cxn modelId="{8016CE20-452B-45E6-8F33-B03375E834AD}" type="presParOf" srcId="{0B25EEDD-A623-4A68-87B5-319AA55B5A9C}" destId="{C8D47795-B75F-4C4F-83F0-506EBDC29A16}" srcOrd="0" destOrd="0" presId="urn:microsoft.com/office/officeart/2005/8/layout/hierarchy1"/>
    <dgm:cxn modelId="{6CFEE342-7DB6-4C8D-BF3D-7BEFE3F8D6A1}" type="presParOf" srcId="{0B25EEDD-A623-4A68-87B5-319AA55B5A9C}" destId="{E7DF4B8F-36F7-49D1-949B-BE9473247AFC}" srcOrd="1" destOrd="0" presId="urn:microsoft.com/office/officeart/2005/8/layout/hierarchy1"/>
    <dgm:cxn modelId="{3B785078-03C2-4B88-9DE4-B3491E1E8B67}" type="presParOf" srcId="{0F42EB46-EE36-47FA-9E42-FF0B9A2B38C9}" destId="{484E5DE3-327B-4D16-BC9F-DB2C4647FB2E}" srcOrd="1" destOrd="0" presId="urn:microsoft.com/office/officeart/2005/8/layout/hierarchy1"/>
    <dgm:cxn modelId="{BDDEC492-BBDE-47F1-8DA1-C4399A2C5BE0}" type="presParOf" srcId="{6BDDA75B-81F4-4B86-AC88-C9949B4D0432}" destId="{0448F96F-1B21-4092-9080-6CE355356611}" srcOrd="1" destOrd="0" presId="urn:microsoft.com/office/officeart/2005/8/layout/hierarchy1"/>
    <dgm:cxn modelId="{DBDBA6B0-6EA5-43FD-A904-706757505871}" type="presParOf" srcId="{0448F96F-1B21-4092-9080-6CE355356611}" destId="{0F3C1A05-82AF-4107-8057-4915130A0F79}" srcOrd="0" destOrd="0" presId="urn:microsoft.com/office/officeart/2005/8/layout/hierarchy1"/>
    <dgm:cxn modelId="{1138A5DB-25FA-4B75-99BD-5989FF63A6DB}" type="presParOf" srcId="{0F3C1A05-82AF-4107-8057-4915130A0F79}" destId="{90733FBD-98F5-48E5-B01F-76ED30ECF41E}" srcOrd="0" destOrd="0" presId="urn:microsoft.com/office/officeart/2005/8/layout/hierarchy1"/>
    <dgm:cxn modelId="{2FF41A28-DC83-4725-AAF4-3259778CED7A}" type="presParOf" srcId="{0F3C1A05-82AF-4107-8057-4915130A0F79}" destId="{824F82A8-E1AA-4F2F-980C-D73CBC3F5398}" srcOrd="1" destOrd="0" presId="urn:microsoft.com/office/officeart/2005/8/layout/hierarchy1"/>
    <dgm:cxn modelId="{8AA834BA-0B2D-4556-9FD9-68C7F532FA74}" type="presParOf" srcId="{0448F96F-1B21-4092-9080-6CE355356611}" destId="{9F580CF2-A944-4558-BED0-F392571B389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EE8143-8545-413C-BEC9-5B381A3DED62}">
      <dsp:nvSpPr>
        <dsp:cNvPr id="0" name=""/>
        <dsp:cNvSpPr/>
      </dsp:nvSpPr>
      <dsp:spPr>
        <a:xfrm>
          <a:off x="0" y="2772"/>
          <a:ext cx="4358346" cy="5672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l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b="1" kern="1200"/>
            <a:t>Goal: </a:t>
          </a:r>
          <a:endParaRPr lang="en-US" sz="5900" kern="1200"/>
        </a:p>
        <a:p>
          <a:pPr marL="285750" lvl="1" indent="-285750" algn="l" defTabSz="2044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600" b="1" kern="1200"/>
            <a:t>Faster, smarter, flexible context-aware editing</a:t>
          </a:r>
          <a:endParaRPr lang="en-US" sz="4600" kern="1200"/>
        </a:p>
      </dsp:txBody>
      <dsp:txXfrm>
        <a:off x="127652" y="130424"/>
        <a:ext cx="4103042" cy="54173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E9DB39-1C83-4B22-896F-006E94988079}">
      <dsp:nvSpPr>
        <dsp:cNvPr id="0" name=""/>
        <dsp:cNvSpPr/>
      </dsp:nvSpPr>
      <dsp:spPr>
        <a:xfrm>
          <a:off x="730349" y="37566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166443-C262-4AA2-A1A7-ABF6D20CE2AB}">
      <dsp:nvSpPr>
        <dsp:cNvPr id="0" name=""/>
        <dsp:cNvSpPr/>
      </dsp:nvSpPr>
      <dsp:spPr>
        <a:xfrm>
          <a:off x="1198349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8C3B52-5F9D-4F55-B413-432B68843B5B}">
      <dsp:nvSpPr>
        <dsp:cNvPr id="0" name=""/>
        <dsp:cNvSpPr/>
      </dsp:nvSpPr>
      <dsp:spPr>
        <a:xfrm>
          <a:off x="28349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b="1" kern="1200" dirty="0"/>
            <a:t>Rule-based adaptive interface  </a:t>
          </a:r>
          <a:endParaRPr lang="en-US" sz="2500" kern="1200" dirty="0"/>
        </a:p>
      </dsp:txBody>
      <dsp:txXfrm>
        <a:off x="28349" y="3255669"/>
        <a:ext cx="3600000" cy="720000"/>
      </dsp:txXfrm>
    </dsp:sp>
    <dsp:sp modelId="{B3B13D95-63DA-4C6E-98AA-B84197DF5D99}">
      <dsp:nvSpPr>
        <dsp:cNvPr id="0" name=""/>
        <dsp:cNvSpPr/>
      </dsp:nvSpPr>
      <dsp:spPr>
        <a:xfrm>
          <a:off x="4960350" y="37566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871F82-1E5D-4C00-9BAC-E0EE5565B581}">
      <dsp:nvSpPr>
        <dsp:cNvPr id="0" name=""/>
        <dsp:cNvSpPr/>
      </dsp:nvSpPr>
      <dsp:spPr>
        <a:xfrm>
          <a:off x="542835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60878C-E776-4CA5-95B8-544EF060E132}">
      <dsp:nvSpPr>
        <dsp:cNvPr id="0" name=""/>
        <dsp:cNvSpPr/>
      </dsp:nvSpPr>
      <dsp:spPr>
        <a:xfrm>
          <a:off x="425835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b="1" kern="1200" dirty="0"/>
            <a:t>Integrated AI for text editor (with LLama3)</a:t>
          </a:r>
          <a:endParaRPr lang="en-US" sz="2500" kern="1200" dirty="0"/>
        </a:p>
      </dsp:txBody>
      <dsp:txXfrm>
        <a:off x="4258350" y="3255669"/>
        <a:ext cx="36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D47795-B75F-4C4F-83F0-506EBDC29A16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DF4B8F-36F7-49D1-949B-BE9473247AFC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1. Optimize the UI design to improve user experience </a:t>
          </a:r>
        </a:p>
      </dsp:txBody>
      <dsp:txXfrm>
        <a:off x="456496" y="980400"/>
        <a:ext cx="3381034" cy="2099279"/>
      </dsp:txXfrm>
    </dsp:sp>
    <dsp:sp modelId="{90733FBD-98F5-48E5-B01F-76ED30ECF41E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4F82A8-E1AA-4F2F-980C-D73CBC3F5398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2. Integrate an open-source AI agent to directly help modify the text and layout based on the user prompt instructions</a:t>
          </a:r>
        </a:p>
      </dsp:txBody>
      <dsp:txXfrm>
        <a:off x="4748523" y="980400"/>
        <a:ext cx="3381034" cy="2099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9EF30C2-29AC-4A0D-BC0A-A679CF11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0375" y="1087403"/>
            <a:ext cx="6143625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F07A46-F3C3-8DDC-C036-A88BF265696A}"/>
              </a:ext>
            </a:extLst>
          </p:cNvPr>
          <p:cNvSpPr txBox="1"/>
          <p:nvPr/>
        </p:nvSpPr>
        <p:spPr>
          <a:xfrm>
            <a:off x="3820140" y="2744662"/>
            <a:ext cx="494228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7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Adaptive Text Editor with Intelligent Toolbar</a:t>
            </a:r>
            <a:endParaRPr lang="en-US" sz="4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6A0658-1CC4-4B0D-AAB7-A702286A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4680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04F1504-431A-4D86-9091-AE7E4B33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69261" y="1"/>
            <a:ext cx="1709806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A804283-B929-4503-802F-4585376E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D3811F5-514E-49A4-B382-673ED228A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783" y="514898"/>
            <a:ext cx="1795013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67AD921-1CEE-4C1B-9AA3-C66D908D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49740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C36A08F5-3B56-47C5-A371-9187BE56E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44333" y="4713856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E16B98-8E83-EDCE-CA04-1CC71A17E3CF}"/>
              </a:ext>
            </a:extLst>
          </p:cNvPr>
          <p:cNvSpPr txBox="1"/>
          <p:nvPr/>
        </p:nvSpPr>
        <p:spPr>
          <a:xfrm>
            <a:off x="4572000" y="5780314"/>
            <a:ext cx="4190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Kasen Ni</a:t>
            </a:r>
          </a:p>
          <a:p>
            <a:r>
              <a:rPr lang="en-US" dirty="0"/>
              <a:t>CSE518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96EB48-530B-97F6-3DD6-2F671ADCB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A550AA-AA5F-F78B-B7EF-490739800D6A}"/>
              </a:ext>
            </a:extLst>
          </p:cNvPr>
          <p:cNvSpPr txBox="1"/>
          <p:nvPr/>
        </p:nvSpPr>
        <p:spPr>
          <a:xfrm>
            <a:off x="628650" y="673770"/>
            <a:ext cx="2415246" cy="20272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 &amp; Motivation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7FE188-6209-5E91-4329-7784DDE1506F}"/>
              </a:ext>
            </a:extLst>
          </p:cNvPr>
          <p:cNvSpPr txBox="1"/>
          <p:nvPr/>
        </p:nvSpPr>
        <p:spPr>
          <a:xfrm>
            <a:off x="3820140" y="5224337"/>
            <a:ext cx="4942280" cy="1329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  <a:defRPr sz="2000"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• Static toolbars waste time searching for tools</a:t>
            </a:r>
          </a:p>
        </p:txBody>
      </p:sp>
      <p:graphicFrame>
        <p:nvGraphicFramePr>
          <p:cNvPr id="44" name="TextBox 3">
            <a:extLst>
              <a:ext uri="{FF2B5EF4-FFF2-40B4-BE49-F238E27FC236}">
                <a16:creationId xmlns:a16="http://schemas.microsoft.com/office/drawing/2014/main" id="{2AF37D75-2F54-D4C6-47D6-D2E81A04BA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37559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9367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E6E648-92CD-ACEB-3750-CD4C7881C94E}"/>
              </a:ext>
            </a:extLst>
          </p:cNvPr>
          <p:cNvSpPr txBox="1"/>
          <p:nvPr/>
        </p:nvSpPr>
        <p:spPr>
          <a:xfrm>
            <a:off x="628650" y="556995"/>
            <a:ext cx="7886700" cy="1133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000"/>
            </a:pPr>
            <a:r>
              <a:rPr lang="en-US" sz="4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Approach: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820140" y="2744662"/>
            <a:ext cx="494228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endParaRPr lang="en-US" sz="6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20140" y="5224337"/>
            <a:ext cx="4942280" cy="1329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  <a:defRPr sz="2000"/>
            </a:pPr>
            <a:endParaRPr lang="en-US" sz="24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4" name="TextBox 3">
            <a:extLst>
              <a:ext uri="{FF2B5EF4-FFF2-40B4-BE49-F238E27FC236}">
                <a16:creationId xmlns:a16="http://schemas.microsoft.com/office/drawing/2014/main" id="{3F967EC6-50E7-D400-8DAC-B4D66C627F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855218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37673" y="348865"/>
            <a:ext cx="7288583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20140" y="5224337"/>
            <a:ext cx="4942280" cy="1329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  <a:defRPr sz="2000"/>
            </a:pPr>
            <a:endParaRPr lang="en-US" sz="24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5" name="TextBox 4">
            <a:extLst>
              <a:ext uri="{FF2B5EF4-FFF2-40B4-BE49-F238E27FC236}">
                <a16:creationId xmlns:a16="http://schemas.microsoft.com/office/drawing/2014/main" id="{137BC2DF-9520-B846-17B2-90E9C9E861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262470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29</TotalTime>
  <Words>76</Words>
  <Application>Microsoft Office PowerPoint</Application>
  <PresentationFormat>On-screen Show (4:3)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Kangshuai Ni</dc:creator>
  <cp:keywords/>
  <dc:description>generated using python-pptx</dc:description>
  <cp:lastModifiedBy>Kasen Ni</cp:lastModifiedBy>
  <cp:revision>3</cp:revision>
  <dcterms:created xsi:type="dcterms:W3CDTF">2013-01-27T09:14:16Z</dcterms:created>
  <dcterms:modified xsi:type="dcterms:W3CDTF">2025-12-02T13:32:01Z</dcterms:modified>
  <cp:category/>
</cp:coreProperties>
</file>