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0" r:id="rId3"/>
    <p:sldId id="257" r:id="rId4"/>
    <p:sldId id="261" r:id="rId5"/>
    <p:sldId id="262" r:id="rId6"/>
    <p:sldId id="263" r:id="rId7"/>
    <p:sldId id="264" r:id="rId8"/>
    <p:sldId id="265" r:id="rId9"/>
    <p:sldId id="266" r:id="rId10"/>
    <p:sldId id="267" r:id="rId11"/>
    <p:sldId id="268" r:id="rId12"/>
    <p:sldId id="269"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9" d="100"/>
          <a:sy n="59" d="100"/>
        </p:scale>
        <p:origin x="628"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0B862D-D7EE-4F44-8270-48502DE35294}" type="doc">
      <dgm:prSet loTypeId="urn:microsoft.com/office/officeart/2005/8/layout/process2" loCatId="process" qsTypeId="urn:microsoft.com/office/officeart/2005/8/quickstyle/simple1" qsCatId="simple" csTypeId="urn:microsoft.com/office/officeart/2005/8/colors/accent1_2" csCatId="accent1"/>
      <dgm:spPr/>
      <dgm:t>
        <a:bodyPr/>
        <a:lstStyle/>
        <a:p>
          <a:endParaRPr lang="en-US"/>
        </a:p>
      </dgm:t>
    </dgm:pt>
    <dgm:pt modelId="{33F79297-4486-4878-9671-F9A2E403676D}">
      <dgm:prSet/>
      <dgm:spPr/>
      <dgm:t>
        <a:bodyPr/>
        <a:lstStyle/>
        <a:p>
          <a:r>
            <a:rPr lang="en-US" b="1"/>
            <a:t>Goal: </a:t>
          </a:r>
          <a:endParaRPr lang="en-US"/>
        </a:p>
      </dgm:t>
    </dgm:pt>
    <dgm:pt modelId="{70592EF3-F15F-4A49-A732-9B3C00221E2B}" type="parTrans" cxnId="{A6FFDEC1-A673-4C13-B2AD-E464F2863B91}">
      <dgm:prSet/>
      <dgm:spPr/>
      <dgm:t>
        <a:bodyPr/>
        <a:lstStyle/>
        <a:p>
          <a:endParaRPr lang="en-US"/>
        </a:p>
      </dgm:t>
    </dgm:pt>
    <dgm:pt modelId="{119AD13A-FC54-4353-8A3C-D3AB8F04433B}" type="sibTrans" cxnId="{A6FFDEC1-A673-4C13-B2AD-E464F2863B91}">
      <dgm:prSet/>
      <dgm:spPr/>
      <dgm:t>
        <a:bodyPr/>
        <a:lstStyle/>
        <a:p>
          <a:endParaRPr lang="en-US"/>
        </a:p>
      </dgm:t>
    </dgm:pt>
    <dgm:pt modelId="{B20173E7-56C6-4408-9847-67F5B90478FC}">
      <dgm:prSet/>
      <dgm:spPr/>
      <dgm:t>
        <a:bodyPr/>
        <a:lstStyle/>
        <a:p>
          <a:r>
            <a:rPr lang="en-US" b="1"/>
            <a:t>Faster, smarter, flexible context-aware editing</a:t>
          </a:r>
          <a:endParaRPr lang="en-US"/>
        </a:p>
      </dgm:t>
    </dgm:pt>
    <dgm:pt modelId="{C952CB50-EAC9-4FDA-AFA6-3A0C42F0680A}" type="parTrans" cxnId="{56E1DE7B-3123-47D3-9DF5-D2CC4F219B89}">
      <dgm:prSet/>
      <dgm:spPr/>
      <dgm:t>
        <a:bodyPr/>
        <a:lstStyle/>
        <a:p>
          <a:endParaRPr lang="en-US"/>
        </a:p>
      </dgm:t>
    </dgm:pt>
    <dgm:pt modelId="{818D5673-3EEF-454D-8C4F-49637353FEED}" type="sibTrans" cxnId="{56E1DE7B-3123-47D3-9DF5-D2CC4F219B89}">
      <dgm:prSet/>
      <dgm:spPr/>
      <dgm:t>
        <a:bodyPr/>
        <a:lstStyle/>
        <a:p>
          <a:endParaRPr lang="en-US"/>
        </a:p>
      </dgm:t>
    </dgm:pt>
    <dgm:pt modelId="{1918E98C-A78D-49D6-9657-B71A6EFDE909}" type="pres">
      <dgm:prSet presAssocID="{C20B862D-D7EE-4F44-8270-48502DE35294}" presName="linearFlow" presStyleCnt="0">
        <dgm:presLayoutVars>
          <dgm:resizeHandles val="exact"/>
        </dgm:presLayoutVars>
      </dgm:prSet>
      <dgm:spPr/>
    </dgm:pt>
    <dgm:pt modelId="{A9EE8143-8545-413C-BEC9-5B381A3DED62}" type="pres">
      <dgm:prSet presAssocID="{33F79297-4486-4878-9671-F9A2E403676D}" presName="node" presStyleLbl="node1" presStyleIdx="0" presStyleCnt="1">
        <dgm:presLayoutVars>
          <dgm:bulletEnabled val="1"/>
        </dgm:presLayoutVars>
      </dgm:prSet>
      <dgm:spPr/>
    </dgm:pt>
  </dgm:ptLst>
  <dgm:cxnLst>
    <dgm:cxn modelId="{B4046414-7B32-4896-A168-1D798DC8FC17}" type="presOf" srcId="{B20173E7-56C6-4408-9847-67F5B90478FC}" destId="{A9EE8143-8545-413C-BEC9-5B381A3DED62}" srcOrd="0" destOrd="1" presId="urn:microsoft.com/office/officeart/2005/8/layout/process2"/>
    <dgm:cxn modelId="{5EA13935-C810-43D8-B806-164A94C90AB1}" type="presOf" srcId="{C20B862D-D7EE-4F44-8270-48502DE35294}" destId="{1918E98C-A78D-49D6-9657-B71A6EFDE909}" srcOrd="0" destOrd="0" presId="urn:microsoft.com/office/officeart/2005/8/layout/process2"/>
    <dgm:cxn modelId="{51579F62-0089-45AA-9F3B-5EAC5B585FFA}" type="presOf" srcId="{33F79297-4486-4878-9671-F9A2E403676D}" destId="{A9EE8143-8545-413C-BEC9-5B381A3DED62}" srcOrd="0" destOrd="0" presId="urn:microsoft.com/office/officeart/2005/8/layout/process2"/>
    <dgm:cxn modelId="{56E1DE7B-3123-47D3-9DF5-D2CC4F219B89}" srcId="{33F79297-4486-4878-9671-F9A2E403676D}" destId="{B20173E7-56C6-4408-9847-67F5B90478FC}" srcOrd="0" destOrd="0" parTransId="{C952CB50-EAC9-4FDA-AFA6-3A0C42F0680A}" sibTransId="{818D5673-3EEF-454D-8C4F-49637353FEED}"/>
    <dgm:cxn modelId="{A6FFDEC1-A673-4C13-B2AD-E464F2863B91}" srcId="{C20B862D-D7EE-4F44-8270-48502DE35294}" destId="{33F79297-4486-4878-9671-F9A2E403676D}" srcOrd="0" destOrd="0" parTransId="{70592EF3-F15F-4A49-A732-9B3C00221E2B}" sibTransId="{119AD13A-FC54-4353-8A3C-D3AB8F04433B}"/>
    <dgm:cxn modelId="{90B0D703-B642-4A3A-A0CD-9B7CEB2A8B7A}" type="presParOf" srcId="{1918E98C-A78D-49D6-9657-B71A6EFDE909}" destId="{A9EE8143-8545-413C-BEC9-5B381A3DED62}" srcOrd="0"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7AFCFCC-100C-4ECA-A777-45E1CDB651B7}"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EECB6A1-7003-4262-BA0D-1BFCAAA0F6C3}">
      <dgm:prSet/>
      <dgm:spPr/>
      <dgm:t>
        <a:bodyPr/>
        <a:lstStyle/>
        <a:p>
          <a:pPr>
            <a:defRPr cap="all"/>
          </a:pPr>
          <a:r>
            <a:rPr lang="en-US" b="1" dirty="0"/>
            <a:t>Flexible, adaptive interface  </a:t>
          </a:r>
          <a:endParaRPr lang="en-US" dirty="0"/>
        </a:p>
      </dgm:t>
    </dgm:pt>
    <dgm:pt modelId="{95FA2118-5CF2-4310-B67C-7C9A185F3A4B}" type="parTrans" cxnId="{3EF5D10F-2ADB-4C40-AAAF-D233B2D02E13}">
      <dgm:prSet/>
      <dgm:spPr/>
      <dgm:t>
        <a:bodyPr/>
        <a:lstStyle/>
        <a:p>
          <a:endParaRPr lang="en-US"/>
        </a:p>
      </dgm:t>
    </dgm:pt>
    <dgm:pt modelId="{5EFDAF65-B6E4-4649-A1A0-B0C22F826323}" type="sibTrans" cxnId="{3EF5D10F-2ADB-4C40-AAAF-D233B2D02E13}">
      <dgm:prSet/>
      <dgm:spPr/>
      <dgm:t>
        <a:bodyPr/>
        <a:lstStyle/>
        <a:p>
          <a:endParaRPr lang="en-US"/>
        </a:p>
      </dgm:t>
    </dgm:pt>
    <dgm:pt modelId="{13D962C6-ED45-41D8-927D-030D324EB431}">
      <dgm:prSet/>
      <dgm:spPr/>
      <dgm:t>
        <a:bodyPr/>
        <a:lstStyle/>
        <a:p>
          <a:pPr>
            <a:defRPr cap="all"/>
          </a:pPr>
          <a:r>
            <a:rPr lang="en-US" b="1" dirty="0"/>
            <a:t>Integrated AI for text editor (with LLama3)</a:t>
          </a:r>
          <a:endParaRPr lang="en-US" dirty="0"/>
        </a:p>
      </dgm:t>
    </dgm:pt>
    <dgm:pt modelId="{92D7C92C-F3D1-472A-BC8A-E3FE86CA1D8F}" type="parTrans" cxnId="{8D671E85-3D9C-4C47-B9EF-8E9F8B23E350}">
      <dgm:prSet/>
      <dgm:spPr/>
      <dgm:t>
        <a:bodyPr/>
        <a:lstStyle/>
        <a:p>
          <a:endParaRPr lang="en-US"/>
        </a:p>
      </dgm:t>
    </dgm:pt>
    <dgm:pt modelId="{0CA53F56-90A3-4B00-B305-94549B081063}" type="sibTrans" cxnId="{8D671E85-3D9C-4C47-B9EF-8E9F8B23E350}">
      <dgm:prSet/>
      <dgm:spPr/>
      <dgm:t>
        <a:bodyPr/>
        <a:lstStyle/>
        <a:p>
          <a:endParaRPr lang="en-US"/>
        </a:p>
      </dgm:t>
    </dgm:pt>
    <dgm:pt modelId="{ED8214A1-E96E-413B-8BD7-B89AD9B3E36F}" type="pres">
      <dgm:prSet presAssocID="{37AFCFCC-100C-4ECA-A777-45E1CDB651B7}" presName="root" presStyleCnt="0">
        <dgm:presLayoutVars>
          <dgm:dir/>
          <dgm:resizeHandles val="exact"/>
        </dgm:presLayoutVars>
      </dgm:prSet>
      <dgm:spPr/>
    </dgm:pt>
    <dgm:pt modelId="{A1C99884-2B60-4889-9AF9-F1CBB48C4B27}" type="pres">
      <dgm:prSet presAssocID="{5EECB6A1-7003-4262-BA0D-1BFCAAA0F6C3}" presName="compNode" presStyleCnt="0"/>
      <dgm:spPr/>
    </dgm:pt>
    <dgm:pt modelId="{95E9DB39-1C83-4B22-896F-006E94988079}" type="pres">
      <dgm:prSet presAssocID="{5EECB6A1-7003-4262-BA0D-1BFCAAA0F6C3}" presName="iconBgRect" presStyleLbl="bgShp" presStyleIdx="0" presStyleCnt="2"/>
      <dgm:spPr>
        <a:prstGeom prst="round2DiagRect">
          <a:avLst>
            <a:gd name="adj1" fmla="val 29727"/>
            <a:gd name="adj2" fmla="val 0"/>
          </a:avLst>
        </a:prstGeom>
      </dgm:spPr>
    </dgm:pt>
    <dgm:pt modelId="{05166443-C262-4AA2-A1A7-ABF6D20CE2AB}" type="pres">
      <dgm:prSet presAssocID="{5EECB6A1-7003-4262-BA0D-1BFCAAA0F6C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6974943F-89C9-40C3-9489-D0C404B1470B}" type="pres">
      <dgm:prSet presAssocID="{5EECB6A1-7003-4262-BA0D-1BFCAAA0F6C3}" presName="spaceRect" presStyleCnt="0"/>
      <dgm:spPr/>
    </dgm:pt>
    <dgm:pt modelId="{4B8C3B52-5F9D-4F55-B413-432B68843B5B}" type="pres">
      <dgm:prSet presAssocID="{5EECB6A1-7003-4262-BA0D-1BFCAAA0F6C3}" presName="textRect" presStyleLbl="revTx" presStyleIdx="0" presStyleCnt="2">
        <dgm:presLayoutVars>
          <dgm:chMax val="1"/>
          <dgm:chPref val="1"/>
        </dgm:presLayoutVars>
      </dgm:prSet>
      <dgm:spPr/>
    </dgm:pt>
    <dgm:pt modelId="{6ADCFBCF-2175-42B9-B917-00FE5E3D626D}" type="pres">
      <dgm:prSet presAssocID="{5EFDAF65-B6E4-4649-A1A0-B0C22F826323}" presName="sibTrans" presStyleCnt="0"/>
      <dgm:spPr/>
    </dgm:pt>
    <dgm:pt modelId="{9F8E4F1C-E3EF-42A7-A22B-76D61D4164A3}" type="pres">
      <dgm:prSet presAssocID="{13D962C6-ED45-41D8-927D-030D324EB431}" presName="compNode" presStyleCnt="0"/>
      <dgm:spPr/>
    </dgm:pt>
    <dgm:pt modelId="{B3B13D95-63DA-4C6E-98AA-B84197DF5D99}" type="pres">
      <dgm:prSet presAssocID="{13D962C6-ED45-41D8-927D-030D324EB431}" presName="iconBgRect" presStyleLbl="bgShp" presStyleIdx="1" presStyleCnt="2"/>
      <dgm:spPr>
        <a:prstGeom prst="round2DiagRect">
          <a:avLst>
            <a:gd name="adj1" fmla="val 29727"/>
            <a:gd name="adj2" fmla="val 0"/>
          </a:avLst>
        </a:prstGeom>
      </dgm:spPr>
    </dgm:pt>
    <dgm:pt modelId="{B4871F82-1E5D-4C00-9BAC-E0EE5565B581}" type="pres">
      <dgm:prSet presAssocID="{13D962C6-ED45-41D8-927D-030D324EB43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11FC098A-26ED-4BA0-B7B3-B79DE28F7F2D}" type="pres">
      <dgm:prSet presAssocID="{13D962C6-ED45-41D8-927D-030D324EB431}" presName="spaceRect" presStyleCnt="0"/>
      <dgm:spPr/>
    </dgm:pt>
    <dgm:pt modelId="{4E60878C-E776-4CA5-95B8-544EF060E132}" type="pres">
      <dgm:prSet presAssocID="{13D962C6-ED45-41D8-927D-030D324EB431}" presName="textRect" presStyleLbl="revTx" presStyleIdx="1" presStyleCnt="2">
        <dgm:presLayoutVars>
          <dgm:chMax val="1"/>
          <dgm:chPref val="1"/>
        </dgm:presLayoutVars>
      </dgm:prSet>
      <dgm:spPr/>
    </dgm:pt>
  </dgm:ptLst>
  <dgm:cxnLst>
    <dgm:cxn modelId="{3EF5D10F-2ADB-4C40-AAAF-D233B2D02E13}" srcId="{37AFCFCC-100C-4ECA-A777-45E1CDB651B7}" destId="{5EECB6A1-7003-4262-BA0D-1BFCAAA0F6C3}" srcOrd="0" destOrd="0" parTransId="{95FA2118-5CF2-4310-B67C-7C9A185F3A4B}" sibTransId="{5EFDAF65-B6E4-4649-A1A0-B0C22F826323}"/>
    <dgm:cxn modelId="{8D671E85-3D9C-4C47-B9EF-8E9F8B23E350}" srcId="{37AFCFCC-100C-4ECA-A777-45E1CDB651B7}" destId="{13D962C6-ED45-41D8-927D-030D324EB431}" srcOrd="1" destOrd="0" parTransId="{92D7C92C-F3D1-472A-BC8A-E3FE86CA1D8F}" sibTransId="{0CA53F56-90A3-4B00-B305-94549B081063}"/>
    <dgm:cxn modelId="{3FC8D2A0-F95B-4916-960B-2E2D0D2B5742}" type="presOf" srcId="{5EECB6A1-7003-4262-BA0D-1BFCAAA0F6C3}" destId="{4B8C3B52-5F9D-4F55-B413-432B68843B5B}" srcOrd="0" destOrd="0" presId="urn:microsoft.com/office/officeart/2018/5/layout/IconLeafLabelList"/>
    <dgm:cxn modelId="{E2B158A3-E547-4A8C-AEC2-97B584E3043C}" type="presOf" srcId="{13D962C6-ED45-41D8-927D-030D324EB431}" destId="{4E60878C-E776-4CA5-95B8-544EF060E132}" srcOrd="0" destOrd="0" presId="urn:microsoft.com/office/officeart/2018/5/layout/IconLeafLabelList"/>
    <dgm:cxn modelId="{296ED2C8-1CE5-4278-8AAC-C2B35879A7A7}" type="presOf" srcId="{37AFCFCC-100C-4ECA-A777-45E1CDB651B7}" destId="{ED8214A1-E96E-413B-8BD7-B89AD9B3E36F}" srcOrd="0" destOrd="0" presId="urn:microsoft.com/office/officeart/2018/5/layout/IconLeafLabelList"/>
    <dgm:cxn modelId="{4FAC35BB-8322-4C0D-BF9B-D8E3A5E3A373}" type="presParOf" srcId="{ED8214A1-E96E-413B-8BD7-B89AD9B3E36F}" destId="{A1C99884-2B60-4889-9AF9-F1CBB48C4B27}" srcOrd="0" destOrd="0" presId="urn:microsoft.com/office/officeart/2018/5/layout/IconLeafLabelList"/>
    <dgm:cxn modelId="{4FB52800-A9CF-4DDA-AD51-A3516EB6B1A8}" type="presParOf" srcId="{A1C99884-2B60-4889-9AF9-F1CBB48C4B27}" destId="{95E9DB39-1C83-4B22-896F-006E94988079}" srcOrd="0" destOrd="0" presId="urn:microsoft.com/office/officeart/2018/5/layout/IconLeafLabelList"/>
    <dgm:cxn modelId="{D905AB74-CDD2-4565-97BE-86E0FFD3D20C}" type="presParOf" srcId="{A1C99884-2B60-4889-9AF9-F1CBB48C4B27}" destId="{05166443-C262-4AA2-A1A7-ABF6D20CE2AB}" srcOrd="1" destOrd="0" presId="urn:microsoft.com/office/officeart/2018/5/layout/IconLeafLabelList"/>
    <dgm:cxn modelId="{D80E5755-5B2B-41FF-B02E-2A2B880E77C4}" type="presParOf" srcId="{A1C99884-2B60-4889-9AF9-F1CBB48C4B27}" destId="{6974943F-89C9-40C3-9489-D0C404B1470B}" srcOrd="2" destOrd="0" presId="urn:microsoft.com/office/officeart/2018/5/layout/IconLeafLabelList"/>
    <dgm:cxn modelId="{B02D32A2-9328-452A-B31D-115BC4B2B53B}" type="presParOf" srcId="{A1C99884-2B60-4889-9AF9-F1CBB48C4B27}" destId="{4B8C3B52-5F9D-4F55-B413-432B68843B5B}" srcOrd="3" destOrd="0" presId="urn:microsoft.com/office/officeart/2018/5/layout/IconLeafLabelList"/>
    <dgm:cxn modelId="{62370F18-890B-4D85-AE63-1BB1DFA00FBE}" type="presParOf" srcId="{ED8214A1-E96E-413B-8BD7-B89AD9B3E36F}" destId="{6ADCFBCF-2175-42B9-B917-00FE5E3D626D}" srcOrd="1" destOrd="0" presId="urn:microsoft.com/office/officeart/2018/5/layout/IconLeafLabelList"/>
    <dgm:cxn modelId="{F382150E-EB5A-46F5-BFBD-4BB2B1E82E2F}" type="presParOf" srcId="{ED8214A1-E96E-413B-8BD7-B89AD9B3E36F}" destId="{9F8E4F1C-E3EF-42A7-A22B-76D61D4164A3}" srcOrd="2" destOrd="0" presId="urn:microsoft.com/office/officeart/2018/5/layout/IconLeafLabelList"/>
    <dgm:cxn modelId="{4B1E6839-6745-4E32-9354-163D78568198}" type="presParOf" srcId="{9F8E4F1C-E3EF-42A7-A22B-76D61D4164A3}" destId="{B3B13D95-63DA-4C6E-98AA-B84197DF5D99}" srcOrd="0" destOrd="0" presId="urn:microsoft.com/office/officeart/2018/5/layout/IconLeafLabelList"/>
    <dgm:cxn modelId="{AF754DDC-3606-4515-9DA2-EC2B56C434DA}" type="presParOf" srcId="{9F8E4F1C-E3EF-42A7-A22B-76D61D4164A3}" destId="{B4871F82-1E5D-4C00-9BAC-E0EE5565B581}" srcOrd="1" destOrd="0" presId="urn:microsoft.com/office/officeart/2018/5/layout/IconLeafLabelList"/>
    <dgm:cxn modelId="{0ABAB0A2-60E5-41A9-92D0-4689D4910376}" type="presParOf" srcId="{9F8E4F1C-E3EF-42A7-A22B-76D61D4164A3}" destId="{11FC098A-26ED-4BA0-B7B3-B79DE28F7F2D}" srcOrd="2" destOrd="0" presId="urn:microsoft.com/office/officeart/2018/5/layout/IconLeafLabelList"/>
    <dgm:cxn modelId="{4852E8CD-5453-4050-BFB8-C8DE4BA5C30B}" type="presParOf" srcId="{9F8E4F1C-E3EF-42A7-A22B-76D61D4164A3}" destId="{4E60878C-E776-4CA5-95B8-544EF060E132}"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FBD027E-49CF-486C-995B-3CDB7C2A127D}" type="doc">
      <dgm:prSet loTypeId="urn:microsoft.com/office/officeart/2016/7/layout/LinearBlockProcessNumbered" loCatId="process" qsTypeId="urn:microsoft.com/office/officeart/2005/8/quickstyle/simple1" qsCatId="simple" csTypeId="urn:microsoft.com/office/officeart/2005/8/colors/colorful2" csCatId="colorful"/>
      <dgm:spPr/>
      <dgm:t>
        <a:bodyPr/>
        <a:lstStyle/>
        <a:p>
          <a:endParaRPr lang="en-US"/>
        </a:p>
      </dgm:t>
    </dgm:pt>
    <dgm:pt modelId="{CD68C02B-1F0A-4456-A310-E801A3FFC31E}">
      <dgm:prSet/>
      <dgm:spPr/>
      <dgm:t>
        <a:bodyPr/>
        <a:lstStyle/>
        <a:p>
          <a:r>
            <a:rPr lang="en-US"/>
            <a:t>Reposition the UI design according to user study and feedback to improve the experience</a:t>
          </a:r>
        </a:p>
      </dgm:t>
    </dgm:pt>
    <dgm:pt modelId="{B390A2A6-ABA0-4843-82C5-15FFA0399087}" type="parTrans" cxnId="{8C22083E-B7BC-4E72-AC15-2F90914CAF0D}">
      <dgm:prSet/>
      <dgm:spPr/>
      <dgm:t>
        <a:bodyPr/>
        <a:lstStyle/>
        <a:p>
          <a:endParaRPr lang="en-US"/>
        </a:p>
      </dgm:t>
    </dgm:pt>
    <dgm:pt modelId="{D3565889-85DC-493C-90D0-E386329A41EB}" type="sibTrans" cxnId="{8C22083E-B7BC-4E72-AC15-2F90914CAF0D}">
      <dgm:prSet phldrT="01" phldr="0"/>
      <dgm:spPr/>
      <dgm:t>
        <a:bodyPr/>
        <a:lstStyle/>
        <a:p>
          <a:r>
            <a:rPr lang="en-US"/>
            <a:t>01</a:t>
          </a:r>
        </a:p>
      </dgm:t>
    </dgm:pt>
    <dgm:pt modelId="{BC5C3ADF-E0E4-4DF4-BC5D-E80F0B57CF43}">
      <dgm:prSet/>
      <dgm:spPr/>
      <dgm:t>
        <a:bodyPr/>
        <a:lstStyle/>
        <a:p>
          <a:r>
            <a:rPr lang="en-US"/>
            <a:t>Build cloud environment to allow the user access the model remotely via cloud instead of utilizing the local resources.</a:t>
          </a:r>
        </a:p>
      </dgm:t>
    </dgm:pt>
    <dgm:pt modelId="{1F9B2A25-53E6-491C-A67A-C3E080B460A4}" type="parTrans" cxnId="{40FF76CE-BD5D-4AE9-B83A-964AD617A7A2}">
      <dgm:prSet/>
      <dgm:spPr/>
      <dgm:t>
        <a:bodyPr/>
        <a:lstStyle/>
        <a:p>
          <a:endParaRPr lang="en-US"/>
        </a:p>
      </dgm:t>
    </dgm:pt>
    <dgm:pt modelId="{20116C04-7B08-45D1-BB0B-2D5AE4924A47}" type="sibTrans" cxnId="{40FF76CE-BD5D-4AE9-B83A-964AD617A7A2}">
      <dgm:prSet phldrT="02" phldr="0"/>
      <dgm:spPr/>
      <dgm:t>
        <a:bodyPr/>
        <a:lstStyle/>
        <a:p>
          <a:r>
            <a:rPr lang="en-US"/>
            <a:t>02</a:t>
          </a:r>
        </a:p>
      </dgm:t>
    </dgm:pt>
    <dgm:pt modelId="{35417640-36F7-41CF-9641-187C36BBADD0}">
      <dgm:prSet/>
      <dgm:spPr/>
      <dgm:t>
        <a:bodyPr/>
        <a:lstStyle/>
        <a:p>
          <a:r>
            <a:rPr lang="en-US" dirty="0"/>
            <a:t>Add more features to the text editor to line up with other famous text editor such as google doc and Microsoft words, while still ensuring ultra flexibility and reliable AI agent assistant.</a:t>
          </a:r>
        </a:p>
      </dgm:t>
    </dgm:pt>
    <dgm:pt modelId="{FE432F11-60B8-4265-AB6C-FAF4D9E38894}" type="parTrans" cxnId="{C827F161-A43B-4C45-9513-D8C52BC7D197}">
      <dgm:prSet/>
      <dgm:spPr/>
      <dgm:t>
        <a:bodyPr/>
        <a:lstStyle/>
        <a:p>
          <a:endParaRPr lang="en-US"/>
        </a:p>
      </dgm:t>
    </dgm:pt>
    <dgm:pt modelId="{2D9CC20A-4109-46C5-8DBA-B499D8B73969}" type="sibTrans" cxnId="{C827F161-A43B-4C45-9513-D8C52BC7D197}">
      <dgm:prSet phldrT="03" phldr="0"/>
      <dgm:spPr/>
      <dgm:t>
        <a:bodyPr/>
        <a:lstStyle/>
        <a:p>
          <a:r>
            <a:rPr lang="en-US"/>
            <a:t>03</a:t>
          </a:r>
        </a:p>
      </dgm:t>
    </dgm:pt>
    <dgm:pt modelId="{B58DB7AA-7AF1-4934-A517-963932E73ABC}" type="pres">
      <dgm:prSet presAssocID="{6FBD027E-49CF-486C-995B-3CDB7C2A127D}" presName="Name0" presStyleCnt="0">
        <dgm:presLayoutVars>
          <dgm:animLvl val="lvl"/>
          <dgm:resizeHandles val="exact"/>
        </dgm:presLayoutVars>
      </dgm:prSet>
      <dgm:spPr/>
    </dgm:pt>
    <dgm:pt modelId="{97C76B67-EC4A-4D2D-9D5B-AB7F67225D57}" type="pres">
      <dgm:prSet presAssocID="{CD68C02B-1F0A-4456-A310-E801A3FFC31E}" presName="compositeNode" presStyleCnt="0">
        <dgm:presLayoutVars>
          <dgm:bulletEnabled val="1"/>
        </dgm:presLayoutVars>
      </dgm:prSet>
      <dgm:spPr/>
    </dgm:pt>
    <dgm:pt modelId="{6937193C-C331-4240-8F04-E9E335F526D0}" type="pres">
      <dgm:prSet presAssocID="{CD68C02B-1F0A-4456-A310-E801A3FFC31E}" presName="bgRect" presStyleLbl="alignNode1" presStyleIdx="0" presStyleCnt="3"/>
      <dgm:spPr/>
    </dgm:pt>
    <dgm:pt modelId="{9AC0593D-3746-4109-AB28-EC07F2BDBB7B}" type="pres">
      <dgm:prSet presAssocID="{D3565889-85DC-493C-90D0-E386329A41EB}" presName="sibTransNodeRect" presStyleLbl="alignNode1" presStyleIdx="0" presStyleCnt="3">
        <dgm:presLayoutVars>
          <dgm:chMax val="0"/>
          <dgm:bulletEnabled val="1"/>
        </dgm:presLayoutVars>
      </dgm:prSet>
      <dgm:spPr/>
    </dgm:pt>
    <dgm:pt modelId="{1CF09CD4-EB26-48B4-A78E-3FF420FC5811}" type="pres">
      <dgm:prSet presAssocID="{CD68C02B-1F0A-4456-A310-E801A3FFC31E}" presName="nodeRect" presStyleLbl="alignNode1" presStyleIdx="0" presStyleCnt="3">
        <dgm:presLayoutVars>
          <dgm:bulletEnabled val="1"/>
        </dgm:presLayoutVars>
      </dgm:prSet>
      <dgm:spPr/>
    </dgm:pt>
    <dgm:pt modelId="{C3033197-4F68-4A0B-B3B9-5B1D5A4C058F}" type="pres">
      <dgm:prSet presAssocID="{D3565889-85DC-493C-90D0-E386329A41EB}" presName="sibTrans" presStyleCnt="0"/>
      <dgm:spPr/>
    </dgm:pt>
    <dgm:pt modelId="{E9F59F11-C867-4B55-AD7A-C1800349682D}" type="pres">
      <dgm:prSet presAssocID="{BC5C3ADF-E0E4-4DF4-BC5D-E80F0B57CF43}" presName="compositeNode" presStyleCnt="0">
        <dgm:presLayoutVars>
          <dgm:bulletEnabled val="1"/>
        </dgm:presLayoutVars>
      </dgm:prSet>
      <dgm:spPr/>
    </dgm:pt>
    <dgm:pt modelId="{644411F0-ECE9-43C4-AF0E-EF181125F83C}" type="pres">
      <dgm:prSet presAssocID="{BC5C3ADF-E0E4-4DF4-BC5D-E80F0B57CF43}" presName="bgRect" presStyleLbl="alignNode1" presStyleIdx="1" presStyleCnt="3"/>
      <dgm:spPr/>
    </dgm:pt>
    <dgm:pt modelId="{787C4548-5D2E-4723-85D4-DFAACB48B096}" type="pres">
      <dgm:prSet presAssocID="{20116C04-7B08-45D1-BB0B-2D5AE4924A47}" presName="sibTransNodeRect" presStyleLbl="alignNode1" presStyleIdx="1" presStyleCnt="3">
        <dgm:presLayoutVars>
          <dgm:chMax val="0"/>
          <dgm:bulletEnabled val="1"/>
        </dgm:presLayoutVars>
      </dgm:prSet>
      <dgm:spPr/>
    </dgm:pt>
    <dgm:pt modelId="{6808A7DB-7E33-4D76-9E7F-90DB02FDC615}" type="pres">
      <dgm:prSet presAssocID="{BC5C3ADF-E0E4-4DF4-BC5D-E80F0B57CF43}" presName="nodeRect" presStyleLbl="alignNode1" presStyleIdx="1" presStyleCnt="3">
        <dgm:presLayoutVars>
          <dgm:bulletEnabled val="1"/>
        </dgm:presLayoutVars>
      </dgm:prSet>
      <dgm:spPr/>
    </dgm:pt>
    <dgm:pt modelId="{329337F3-E6CE-414F-B853-221F9890B249}" type="pres">
      <dgm:prSet presAssocID="{20116C04-7B08-45D1-BB0B-2D5AE4924A47}" presName="sibTrans" presStyleCnt="0"/>
      <dgm:spPr/>
    </dgm:pt>
    <dgm:pt modelId="{10BBD14A-FC2B-42D3-A77F-AD30B79DC349}" type="pres">
      <dgm:prSet presAssocID="{35417640-36F7-41CF-9641-187C36BBADD0}" presName="compositeNode" presStyleCnt="0">
        <dgm:presLayoutVars>
          <dgm:bulletEnabled val="1"/>
        </dgm:presLayoutVars>
      </dgm:prSet>
      <dgm:spPr/>
    </dgm:pt>
    <dgm:pt modelId="{CBE58B46-CBD0-4C2C-95F7-24FF6DD92FD8}" type="pres">
      <dgm:prSet presAssocID="{35417640-36F7-41CF-9641-187C36BBADD0}" presName="bgRect" presStyleLbl="alignNode1" presStyleIdx="2" presStyleCnt="3"/>
      <dgm:spPr/>
    </dgm:pt>
    <dgm:pt modelId="{89BF251B-1BAF-459A-8658-49B49145180F}" type="pres">
      <dgm:prSet presAssocID="{2D9CC20A-4109-46C5-8DBA-B499D8B73969}" presName="sibTransNodeRect" presStyleLbl="alignNode1" presStyleIdx="2" presStyleCnt="3">
        <dgm:presLayoutVars>
          <dgm:chMax val="0"/>
          <dgm:bulletEnabled val="1"/>
        </dgm:presLayoutVars>
      </dgm:prSet>
      <dgm:spPr/>
    </dgm:pt>
    <dgm:pt modelId="{15F10B67-C325-4758-BA24-5FAD56157094}" type="pres">
      <dgm:prSet presAssocID="{35417640-36F7-41CF-9641-187C36BBADD0}" presName="nodeRect" presStyleLbl="alignNode1" presStyleIdx="2" presStyleCnt="3">
        <dgm:presLayoutVars>
          <dgm:bulletEnabled val="1"/>
        </dgm:presLayoutVars>
      </dgm:prSet>
      <dgm:spPr/>
    </dgm:pt>
  </dgm:ptLst>
  <dgm:cxnLst>
    <dgm:cxn modelId="{0B064E38-4F17-4EEF-8C0C-436636BA0D85}" type="presOf" srcId="{35417640-36F7-41CF-9641-187C36BBADD0}" destId="{CBE58B46-CBD0-4C2C-95F7-24FF6DD92FD8}" srcOrd="0" destOrd="0" presId="urn:microsoft.com/office/officeart/2016/7/layout/LinearBlockProcessNumbered"/>
    <dgm:cxn modelId="{8C22083E-B7BC-4E72-AC15-2F90914CAF0D}" srcId="{6FBD027E-49CF-486C-995B-3CDB7C2A127D}" destId="{CD68C02B-1F0A-4456-A310-E801A3FFC31E}" srcOrd="0" destOrd="0" parTransId="{B390A2A6-ABA0-4843-82C5-15FFA0399087}" sibTransId="{D3565889-85DC-493C-90D0-E386329A41EB}"/>
    <dgm:cxn modelId="{C827F161-A43B-4C45-9513-D8C52BC7D197}" srcId="{6FBD027E-49CF-486C-995B-3CDB7C2A127D}" destId="{35417640-36F7-41CF-9641-187C36BBADD0}" srcOrd="2" destOrd="0" parTransId="{FE432F11-60B8-4265-AB6C-FAF4D9E38894}" sibTransId="{2D9CC20A-4109-46C5-8DBA-B499D8B73969}"/>
    <dgm:cxn modelId="{7D47EF68-D421-49D3-8D9C-AC4961BA5FAC}" type="presOf" srcId="{35417640-36F7-41CF-9641-187C36BBADD0}" destId="{15F10B67-C325-4758-BA24-5FAD56157094}" srcOrd="1" destOrd="0" presId="urn:microsoft.com/office/officeart/2016/7/layout/LinearBlockProcessNumbered"/>
    <dgm:cxn modelId="{EB54184D-C65B-43B5-A516-67FA5E8DFDAD}" type="presOf" srcId="{6FBD027E-49CF-486C-995B-3CDB7C2A127D}" destId="{B58DB7AA-7AF1-4934-A517-963932E73ABC}" srcOrd="0" destOrd="0" presId="urn:microsoft.com/office/officeart/2016/7/layout/LinearBlockProcessNumbered"/>
    <dgm:cxn modelId="{A92C1B75-A770-4CF1-BC94-09DCBFEAF5D7}" type="presOf" srcId="{20116C04-7B08-45D1-BB0B-2D5AE4924A47}" destId="{787C4548-5D2E-4723-85D4-DFAACB48B096}" srcOrd="0" destOrd="0" presId="urn:microsoft.com/office/officeart/2016/7/layout/LinearBlockProcessNumbered"/>
    <dgm:cxn modelId="{C981797A-360D-4680-B116-3A1C4617B95A}" type="presOf" srcId="{D3565889-85DC-493C-90D0-E386329A41EB}" destId="{9AC0593D-3746-4109-AB28-EC07F2BDBB7B}" srcOrd="0" destOrd="0" presId="urn:microsoft.com/office/officeart/2016/7/layout/LinearBlockProcessNumbered"/>
    <dgm:cxn modelId="{5EFC30A8-46B7-4292-9222-F251424C9A61}" type="presOf" srcId="{BC5C3ADF-E0E4-4DF4-BC5D-E80F0B57CF43}" destId="{6808A7DB-7E33-4D76-9E7F-90DB02FDC615}" srcOrd="1" destOrd="0" presId="urn:microsoft.com/office/officeart/2016/7/layout/LinearBlockProcessNumbered"/>
    <dgm:cxn modelId="{33C4D1B5-3B06-4A70-80C8-FCB0F53A4DA7}" type="presOf" srcId="{CD68C02B-1F0A-4456-A310-E801A3FFC31E}" destId="{1CF09CD4-EB26-48B4-A78E-3FF420FC5811}" srcOrd="1" destOrd="0" presId="urn:microsoft.com/office/officeart/2016/7/layout/LinearBlockProcessNumbered"/>
    <dgm:cxn modelId="{AE20EEBD-0849-4322-8036-5794A1871D87}" type="presOf" srcId="{CD68C02B-1F0A-4456-A310-E801A3FFC31E}" destId="{6937193C-C331-4240-8F04-E9E335F526D0}" srcOrd="0" destOrd="0" presId="urn:microsoft.com/office/officeart/2016/7/layout/LinearBlockProcessNumbered"/>
    <dgm:cxn modelId="{BEECC3C7-DE18-4D0A-9FE9-05000AB7012E}" type="presOf" srcId="{2D9CC20A-4109-46C5-8DBA-B499D8B73969}" destId="{89BF251B-1BAF-459A-8658-49B49145180F}" srcOrd="0" destOrd="0" presId="urn:microsoft.com/office/officeart/2016/7/layout/LinearBlockProcessNumbered"/>
    <dgm:cxn modelId="{40FF76CE-BD5D-4AE9-B83A-964AD617A7A2}" srcId="{6FBD027E-49CF-486C-995B-3CDB7C2A127D}" destId="{BC5C3ADF-E0E4-4DF4-BC5D-E80F0B57CF43}" srcOrd="1" destOrd="0" parTransId="{1F9B2A25-53E6-491C-A67A-C3E080B460A4}" sibTransId="{20116C04-7B08-45D1-BB0B-2D5AE4924A47}"/>
    <dgm:cxn modelId="{295742D3-02D3-44F5-BC0D-C49EBE180417}" type="presOf" srcId="{BC5C3ADF-E0E4-4DF4-BC5D-E80F0B57CF43}" destId="{644411F0-ECE9-43C4-AF0E-EF181125F83C}" srcOrd="0" destOrd="0" presId="urn:microsoft.com/office/officeart/2016/7/layout/LinearBlockProcessNumbered"/>
    <dgm:cxn modelId="{71261D91-9124-4C5B-9823-CF3341D8145C}" type="presParOf" srcId="{B58DB7AA-7AF1-4934-A517-963932E73ABC}" destId="{97C76B67-EC4A-4D2D-9D5B-AB7F67225D57}" srcOrd="0" destOrd="0" presId="urn:microsoft.com/office/officeart/2016/7/layout/LinearBlockProcessNumbered"/>
    <dgm:cxn modelId="{B16D157C-A037-498C-A205-8618AD38F636}" type="presParOf" srcId="{97C76B67-EC4A-4D2D-9D5B-AB7F67225D57}" destId="{6937193C-C331-4240-8F04-E9E335F526D0}" srcOrd="0" destOrd="0" presId="urn:microsoft.com/office/officeart/2016/7/layout/LinearBlockProcessNumbered"/>
    <dgm:cxn modelId="{07DE9B44-9D16-4F60-9EAA-A960B7BCFFB6}" type="presParOf" srcId="{97C76B67-EC4A-4D2D-9D5B-AB7F67225D57}" destId="{9AC0593D-3746-4109-AB28-EC07F2BDBB7B}" srcOrd="1" destOrd="0" presId="urn:microsoft.com/office/officeart/2016/7/layout/LinearBlockProcessNumbered"/>
    <dgm:cxn modelId="{73A11BBB-CDC7-4173-9912-F32FD0445DFE}" type="presParOf" srcId="{97C76B67-EC4A-4D2D-9D5B-AB7F67225D57}" destId="{1CF09CD4-EB26-48B4-A78E-3FF420FC5811}" srcOrd="2" destOrd="0" presId="urn:microsoft.com/office/officeart/2016/7/layout/LinearBlockProcessNumbered"/>
    <dgm:cxn modelId="{D9E5B9A3-82F4-41A0-BD46-4E354DE21D5B}" type="presParOf" srcId="{B58DB7AA-7AF1-4934-A517-963932E73ABC}" destId="{C3033197-4F68-4A0B-B3B9-5B1D5A4C058F}" srcOrd="1" destOrd="0" presId="urn:microsoft.com/office/officeart/2016/7/layout/LinearBlockProcessNumbered"/>
    <dgm:cxn modelId="{ADAC6BC4-6EA1-4366-8A78-18260B9B5126}" type="presParOf" srcId="{B58DB7AA-7AF1-4934-A517-963932E73ABC}" destId="{E9F59F11-C867-4B55-AD7A-C1800349682D}" srcOrd="2" destOrd="0" presId="urn:microsoft.com/office/officeart/2016/7/layout/LinearBlockProcessNumbered"/>
    <dgm:cxn modelId="{2A00EE25-25C9-4B0C-ABC7-B91D1EA96504}" type="presParOf" srcId="{E9F59F11-C867-4B55-AD7A-C1800349682D}" destId="{644411F0-ECE9-43C4-AF0E-EF181125F83C}" srcOrd="0" destOrd="0" presId="urn:microsoft.com/office/officeart/2016/7/layout/LinearBlockProcessNumbered"/>
    <dgm:cxn modelId="{98796115-31B8-47CA-96F3-0503586C9788}" type="presParOf" srcId="{E9F59F11-C867-4B55-AD7A-C1800349682D}" destId="{787C4548-5D2E-4723-85D4-DFAACB48B096}" srcOrd="1" destOrd="0" presId="urn:microsoft.com/office/officeart/2016/7/layout/LinearBlockProcessNumbered"/>
    <dgm:cxn modelId="{D99FFE3B-3045-4CC8-88F7-600B47F75216}" type="presParOf" srcId="{E9F59F11-C867-4B55-AD7A-C1800349682D}" destId="{6808A7DB-7E33-4D76-9E7F-90DB02FDC615}" srcOrd="2" destOrd="0" presId="urn:microsoft.com/office/officeart/2016/7/layout/LinearBlockProcessNumbered"/>
    <dgm:cxn modelId="{6ADBFBE1-EEFF-4464-BD3E-B5C0F5DFC108}" type="presParOf" srcId="{B58DB7AA-7AF1-4934-A517-963932E73ABC}" destId="{329337F3-E6CE-414F-B853-221F9890B249}" srcOrd="3" destOrd="0" presId="urn:microsoft.com/office/officeart/2016/7/layout/LinearBlockProcessNumbered"/>
    <dgm:cxn modelId="{7FBEA70F-54DE-474D-8452-FFE619F15A17}" type="presParOf" srcId="{B58DB7AA-7AF1-4934-A517-963932E73ABC}" destId="{10BBD14A-FC2B-42D3-A77F-AD30B79DC349}" srcOrd="4" destOrd="0" presId="urn:microsoft.com/office/officeart/2016/7/layout/LinearBlockProcessNumbered"/>
    <dgm:cxn modelId="{E1B8E97E-B853-4F35-9E7B-7ABCC8B654BB}" type="presParOf" srcId="{10BBD14A-FC2B-42D3-A77F-AD30B79DC349}" destId="{CBE58B46-CBD0-4C2C-95F7-24FF6DD92FD8}" srcOrd="0" destOrd="0" presId="urn:microsoft.com/office/officeart/2016/7/layout/LinearBlockProcessNumbered"/>
    <dgm:cxn modelId="{5308B71A-17C1-4223-8221-1564F6A5B9A1}" type="presParOf" srcId="{10BBD14A-FC2B-42D3-A77F-AD30B79DC349}" destId="{89BF251B-1BAF-459A-8658-49B49145180F}" srcOrd="1" destOrd="0" presId="urn:microsoft.com/office/officeart/2016/7/layout/LinearBlockProcessNumbered"/>
    <dgm:cxn modelId="{CB6724B8-A83B-4B56-8449-2DC7B7478DF6}" type="presParOf" srcId="{10BBD14A-FC2B-42D3-A77F-AD30B79DC349}" destId="{15F10B67-C325-4758-BA24-5FAD56157094}"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EE8143-8545-413C-BEC9-5B381A3DED62}">
      <dsp:nvSpPr>
        <dsp:cNvPr id="0" name=""/>
        <dsp:cNvSpPr/>
      </dsp:nvSpPr>
      <dsp:spPr>
        <a:xfrm>
          <a:off x="0" y="2772"/>
          <a:ext cx="4358346" cy="567267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4790" tIns="224790" rIns="224790" bIns="224790" numCol="1" spcCol="1270" anchor="ctr" anchorCtr="0">
          <a:noAutofit/>
        </a:bodyPr>
        <a:lstStyle/>
        <a:p>
          <a:pPr marL="0" lvl="0" indent="0" algn="l" defTabSz="2622550">
            <a:lnSpc>
              <a:spcPct val="90000"/>
            </a:lnSpc>
            <a:spcBef>
              <a:spcPct val="0"/>
            </a:spcBef>
            <a:spcAft>
              <a:spcPct val="35000"/>
            </a:spcAft>
            <a:buNone/>
          </a:pPr>
          <a:r>
            <a:rPr lang="en-US" sz="5900" b="1" kern="1200"/>
            <a:t>Goal: </a:t>
          </a:r>
          <a:endParaRPr lang="en-US" sz="5900" kern="1200"/>
        </a:p>
        <a:p>
          <a:pPr marL="285750" lvl="1" indent="-285750" algn="l" defTabSz="2044700">
            <a:lnSpc>
              <a:spcPct val="90000"/>
            </a:lnSpc>
            <a:spcBef>
              <a:spcPct val="0"/>
            </a:spcBef>
            <a:spcAft>
              <a:spcPct val="15000"/>
            </a:spcAft>
            <a:buChar char="•"/>
          </a:pPr>
          <a:r>
            <a:rPr lang="en-US" sz="4600" b="1" kern="1200"/>
            <a:t>Faster, smarter, flexible context-aware editing</a:t>
          </a:r>
          <a:endParaRPr lang="en-US" sz="4600" kern="1200"/>
        </a:p>
      </dsp:txBody>
      <dsp:txXfrm>
        <a:off x="127652" y="130424"/>
        <a:ext cx="4103042" cy="54173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E9DB39-1C83-4B22-896F-006E94988079}">
      <dsp:nvSpPr>
        <dsp:cNvPr id="0" name=""/>
        <dsp:cNvSpPr/>
      </dsp:nvSpPr>
      <dsp:spPr>
        <a:xfrm>
          <a:off x="730349" y="375668"/>
          <a:ext cx="2196000" cy="2196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166443-C262-4AA2-A1A7-ABF6D20CE2AB}">
      <dsp:nvSpPr>
        <dsp:cNvPr id="0" name=""/>
        <dsp:cNvSpPr/>
      </dsp:nvSpPr>
      <dsp:spPr>
        <a:xfrm>
          <a:off x="1198349" y="843669"/>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B8C3B52-5F9D-4F55-B413-432B68843B5B}">
      <dsp:nvSpPr>
        <dsp:cNvPr id="0" name=""/>
        <dsp:cNvSpPr/>
      </dsp:nvSpPr>
      <dsp:spPr>
        <a:xfrm>
          <a:off x="28349" y="3255669"/>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b="1" kern="1200" dirty="0"/>
            <a:t>Flexible, adaptive interface  </a:t>
          </a:r>
          <a:endParaRPr lang="en-US" sz="2500" kern="1200" dirty="0"/>
        </a:p>
      </dsp:txBody>
      <dsp:txXfrm>
        <a:off x="28349" y="3255669"/>
        <a:ext cx="3600000" cy="720000"/>
      </dsp:txXfrm>
    </dsp:sp>
    <dsp:sp modelId="{B3B13D95-63DA-4C6E-98AA-B84197DF5D99}">
      <dsp:nvSpPr>
        <dsp:cNvPr id="0" name=""/>
        <dsp:cNvSpPr/>
      </dsp:nvSpPr>
      <dsp:spPr>
        <a:xfrm>
          <a:off x="4960350" y="375668"/>
          <a:ext cx="2196000" cy="2196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871F82-1E5D-4C00-9BAC-E0EE5565B581}">
      <dsp:nvSpPr>
        <dsp:cNvPr id="0" name=""/>
        <dsp:cNvSpPr/>
      </dsp:nvSpPr>
      <dsp:spPr>
        <a:xfrm>
          <a:off x="5428350" y="843669"/>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E60878C-E776-4CA5-95B8-544EF060E132}">
      <dsp:nvSpPr>
        <dsp:cNvPr id="0" name=""/>
        <dsp:cNvSpPr/>
      </dsp:nvSpPr>
      <dsp:spPr>
        <a:xfrm>
          <a:off x="4258350" y="3255669"/>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b="1" kern="1200" dirty="0"/>
            <a:t>Integrated AI for text editor (with LLama3)</a:t>
          </a:r>
          <a:endParaRPr lang="en-US" sz="2500" kern="1200" dirty="0"/>
        </a:p>
      </dsp:txBody>
      <dsp:txXfrm>
        <a:off x="4258350" y="3255669"/>
        <a:ext cx="36000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37193C-C331-4240-8F04-E9E335F526D0}">
      <dsp:nvSpPr>
        <dsp:cNvPr id="0" name=""/>
        <dsp:cNvSpPr/>
      </dsp:nvSpPr>
      <dsp:spPr>
        <a:xfrm>
          <a:off x="616" y="678428"/>
          <a:ext cx="2495401" cy="2994481"/>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6490" tIns="0" rIns="246490" bIns="330200" numCol="1" spcCol="1270" anchor="t" anchorCtr="0">
          <a:noAutofit/>
        </a:bodyPr>
        <a:lstStyle/>
        <a:p>
          <a:pPr marL="0" lvl="0" indent="0" algn="l" defTabSz="577850">
            <a:lnSpc>
              <a:spcPct val="90000"/>
            </a:lnSpc>
            <a:spcBef>
              <a:spcPct val="0"/>
            </a:spcBef>
            <a:spcAft>
              <a:spcPct val="35000"/>
            </a:spcAft>
            <a:buNone/>
          </a:pPr>
          <a:r>
            <a:rPr lang="en-US" sz="1300" kern="1200"/>
            <a:t>Reposition the UI design according to user study and feedback to improve the experience</a:t>
          </a:r>
        </a:p>
      </dsp:txBody>
      <dsp:txXfrm>
        <a:off x="616" y="1876220"/>
        <a:ext cx="2495401" cy="1796688"/>
      </dsp:txXfrm>
    </dsp:sp>
    <dsp:sp modelId="{9AC0593D-3746-4109-AB28-EC07F2BDBB7B}">
      <dsp:nvSpPr>
        <dsp:cNvPr id="0" name=""/>
        <dsp:cNvSpPr/>
      </dsp:nvSpPr>
      <dsp:spPr>
        <a:xfrm>
          <a:off x="616" y="678428"/>
          <a:ext cx="2495401" cy="1197792"/>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46490" tIns="165100" rIns="246490" bIns="165100" numCol="1" spcCol="1270" anchor="ctr" anchorCtr="0">
          <a:noAutofit/>
        </a:bodyPr>
        <a:lstStyle/>
        <a:p>
          <a:pPr marL="0" lvl="0" indent="0" algn="l" defTabSz="2755900">
            <a:lnSpc>
              <a:spcPct val="90000"/>
            </a:lnSpc>
            <a:spcBef>
              <a:spcPct val="0"/>
            </a:spcBef>
            <a:spcAft>
              <a:spcPct val="35000"/>
            </a:spcAft>
            <a:buNone/>
          </a:pPr>
          <a:r>
            <a:rPr lang="en-US" sz="6200" kern="1200"/>
            <a:t>01</a:t>
          </a:r>
        </a:p>
      </dsp:txBody>
      <dsp:txXfrm>
        <a:off x="616" y="678428"/>
        <a:ext cx="2495401" cy="1197792"/>
      </dsp:txXfrm>
    </dsp:sp>
    <dsp:sp modelId="{644411F0-ECE9-43C4-AF0E-EF181125F83C}">
      <dsp:nvSpPr>
        <dsp:cNvPr id="0" name=""/>
        <dsp:cNvSpPr/>
      </dsp:nvSpPr>
      <dsp:spPr>
        <a:xfrm>
          <a:off x="2695649" y="678428"/>
          <a:ext cx="2495401" cy="2994481"/>
        </a:xfrm>
        <a:prstGeom prst="rect">
          <a:avLst/>
        </a:prstGeom>
        <a:solidFill>
          <a:schemeClr val="accent2">
            <a:hueOff val="2340759"/>
            <a:satOff val="-2919"/>
            <a:lumOff val="686"/>
            <a:alphaOff val="0"/>
          </a:schemeClr>
        </a:solidFill>
        <a:ln w="25400" cap="flat" cmpd="sng" algn="ctr">
          <a:solidFill>
            <a:schemeClr val="accent2">
              <a:hueOff val="2340759"/>
              <a:satOff val="-2919"/>
              <a:lumOff val="686"/>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6490" tIns="0" rIns="246490" bIns="330200" numCol="1" spcCol="1270" anchor="t" anchorCtr="0">
          <a:noAutofit/>
        </a:bodyPr>
        <a:lstStyle/>
        <a:p>
          <a:pPr marL="0" lvl="0" indent="0" algn="l" defTabSz="577850">
            <a:lnSpc>
              <a:spcPct val="90000"/>
            </a:lnSpc>
            <a:spcBef>
              <a:spcPct val="0"/>
            </a:spcBef>
            <a:spcAft>
              <a:spcPct val="35000"/>
            </a:spcAft>
            <a:buNone/>
          </a:pPr>
          <a:r>
            <a:rPr lang="en-US" sz="1300" kern="1200"/>
            <a:t>Build cloud environment to allow the user access the model remotely via cloud instead of utilizing the local resources.</a:t>
          </a:r>
        </a:p>
      </dsp:txBody>
      <dsp:txXfrm>
        <a:off x="2695649" y="1876220"/>
        <a:ext cx="2495401" cy="1796688"/>
      </dsp:txXfrm>
    </dsp:sp>
    <dsp:sp modelId="{787C4548-5D2E-4723-85D4-DFAACB48B096}">
      <dsp:nvSpPr>
        <dsp:cNvPr id="0" name=""/>
        <dsp:cNvSpPr/>
      </dsp:nvSpPr>
      <dsp:spPr>
        <a:xfrm>
          <a:off x="2695649" y="678428"/>
          <a:ext cx="2495401" cy="1197792"/>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46490" tIns="165100" rIns="246490" bIns="165100" numCol="1" spcCol="1270" anchor="ctr" anchorCtr="0">
          <a:noAutofit/>
        </a:bodyPr>
        <a:lstStyle/>
        <a:p>
          <a:pPr marL="0" lvl="0" indent="0" algn="l" defTabSz="2755900">
            <a:lnSpc>
              <a:spcPct val="90000"/>
            </a:lnSpc>
            <a:spcBef>
              <a:spcPct val="0"/>
            </a:spcBef>
            <a:spcAft>
              <a:spcPct val="35000"/>
            </a:spcAft>
            <a:buNone/>
          </a:pPr>
          <a:r>
            <a:rPr lang="en-US" sz="6200" kern="1200"/>
            <a:t>02</a:t>
          </a:r>
        </a:p>
      </dsp:txBody>
      <dsp:txXfrm>
        <a:off x="2695649" y="678428"/>
        <a:ext cx="2495401" cy="1197792"/>
      </dsp:txXfrm>
    </dsp:sp>
    <dsp:sp modelId="{CBE58B46-CBD0-4C2C-95F7-24FF6DD92FD8}">
      <dsp:nvSpPr>
        <dsp:cNvPr id="0" name=""/>
        <dsp:cNvSpPr/>
      </dsp:nvSpPr>
      <dsp:spPr>
        <a:xfrm>
          <a:off x="5390682" y="678428"/>
          <a:ext cx="2495401" cy="2994481"/>
        </a:xfrm>
        <a:prstGeom prst="rect">
          <a:avLst/>
        </a:prstGeom>
        <a:solidFill>
          <a:schemeClr val="accent2">
            <a:hueOff val="4681519"/>
            <a:satOff val="-5839"/>
            <a:lumOff val="1373"/>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6490" tIns="0" rIns="246490" bIns="330200" numCol="1" spcCol="1270" anchor="t" anchorCtr="0">
          <a:noAutofit/>
        </a:bodyPr>
        <a:lstStyle/>
        <a:p>
          <a:pPr marL="0" lvl="0" indent="0" algn="l" defTabSz="577850">
            <a:lnSpc>
              <a:spcPct val="90000"/>
            </a:lnSpc>
            <a:spcBef>
              <a:spcPct val="0"/>
            </a:spcBef>
            <a:spcAft>
              <a:spcPct val="35000"/>
            </a:spcAft>
            <a:buNone/>
          </a:pPr>
          <a:r>
            <a:rPr lang="en-US" sz="1300" kern="1200" dirty="0"/>
            <a:t>Add more features to the text editor to line up with other famous text editor such as google doc and Microsoft words, while still ensuring ultra flexibility and reliable AI agent assistant.</a:t>
          </a:r>
        </a:p>
      </dsp:txBody>
      <dsp:txXfrm>
        <a:off x="5390682" y="1876220"/>
        <a:ext cx="2495401" cy="1796688"/>
      </dsp:txXfrm>
    </dsp:sp>
    <dsp:sp modelId="{89BF251B-1BAF-459A-8658-49B49145180F}">
      <dsp:nvSpPr>
        <dsp:cNvPr id="0" name=""/>
        <dsp:cNvSpPr/>
      </dsp:nvSpPr>
      <dsp:spPr>
        <a:xfrm>
          <a:off x="5390682" y="678428"/>
          <a:ext cx="2495401" cy="1197792"/>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46490" tIns="165100" rIns="246490" bIns="165100" numCol="1" spcCol="1270" anchor="ctr" anchorCtr="0">
          <a:noAutofit/>
        </a:bodyPr>
        <a:lstStyle/>
        <a:p>
          <a:pPr marL="0" lvl="0" indent="0" algn="l" defTabSz="2755900">
            <a:lnSpc>
              <a:spcPct val="90000"/>
            </a:lnSpc>
            <a:spcBef>
              <a:spcPct val="0"/>
            </a:spcBef>
            <a:spcAft>
              <a:spcPct val="35000"/>
            </a:spcAft>
            <a:buNone/>
          </a:pPr>
          <a:r>
            <a:rPr lang="en-US" sz="6200" kern="1200"/>
            <a:t>03</a:t>
          </a:r>
        </a:p>
      </dsp:txBody>
      <dsp:txXfrm>
        <a:off x="5390682" y="678428"/>
        <a:ext cx="2495401" cy="1197792"/>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59EF30C2-29AC-4A0D-BC0A-A679CF113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0375" y="1087403"/>
            <a:ext cx="6143625"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00F07A46-F3C3-8DDC-C036-A88BF265696A}"/>
              </a:ext>
            </a:extLst>
          </p:cNvPr>
          <p:cNvSpPr txBox="1"/>
          <p:nvPr/>
        </p:nvSpPr>
        <p:spPr>
          <a:xfrm>
            <a:off x="3820140" y="2744662"/>
            <a:ext cx="4942280" cy="2387600"/>
          </a:xfrm>
          <a:prstGeom prst="rect">
            <a:avLst/>
          </a:prstGeom>
        </p:spPr>
        <p:txBody>
          <a:bodyPr vert="horz" lIns="91440" tIns="45720" rIns="91440" bIns="45720" rtlCol="0" anchor="b">
            <a:normAutofit/>
          </a:bodyPr>
          <a:lstStyle/>
          <a:p>
            <a:pPr algn="r" defTabSz="914400">
              <a:lnSpc>
                <a:spcPct val="90000"/>
              </a:lnSpc>
              <a:spcBef>
                <a:spcPct val="0"/>
              </a:spcBef>
              <a:spcAft>
                <a:spcPts val="600"/>
              </a:spcAft>
            </a:pPr>
            <a:r>
              <a:rPr lang="en-US" sz="4700" b="1" kern="1200" dirty="0">
                <a:solidFill>
                  <a:srgbClr val="FFFFFF"/>
                </a:solidFill>
                <a:latin typeface="+mj-lt"/>
                <a:ea typeface="+mj-ea"/>
                <a:cs typeface="+mj-cs"/>
              </a:rPr>
              <a:t>Intelligent Text Editor</a:t>
            </a:r>
            <a:endParaRPr lang="en-US" sz="4700" kern="1200" dirty="0">
              <a:solidFill>
                <a:srgbClr val="FFFFFF"/>
              </a:solidFill>
              <a:latin typeface="+mj-lt"/>
              <a:ea typeface="+mj-ea"/>
              <a:cs typeface="+mj-cs"/>
            </a:endParaRPr>
          </a:p>
        </p:txBody>
      </p:sp>
      <p:cxnSp>
        <p:nvCxnSpPr>
          <p:cNvPr id="23" name="Straight Connector 22">
            <a:extLst>
              <a:ext uri="{FF2B5EF4-FFF2-40B4-BE49-F238E27FC236}">
                <a16:creationId xmlns:a16="http://schemas.microsoft.com/office/drawing/2014/main" id="{266A0658-1CC4-4B0D-AAB7-A702286AFB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4680"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5" name="Freeform: Shape 24">
            <a:extLst>
              <a:ext uri="{FF2B5EF4-FFF2-40B4-BE49-F238E27FC236}">
                <a16:creationId xmlns:a16="http://schemas.microsoft.com/office/drawing/2014/main" id="{A04F1504-431A-4D86-9091-AE7E4B33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69261" y="1"/>
            <a:ext cx="1709806"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endParaRPr lang="en-US" dirty="0"/>
          </a:p>
        </p:txBody>
      </p:sp>
      <p:sp>
        <p:nvSpPr>
          <p:cNvPr id="27" name="Freeform: Shape 26">
            <a:extLst>
              <a:ext uri="{FF2B5EF4-FFF2-40B4-BE49-F238E27FC236}">
                <a16:creationId xmlns:a16="http://schemas.microsoft.com/office/drawing/2014/main" id="{EA804283-B929-4503-802F-4585376E2B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Oval 28">
            <a:extLst>
              <a:ext uri="{FF2B5EF4-FFF2-40B4-BE49-F238E27FC236}">
                <a16:creationId xmlns:a16="http://schemas.microsoft.com/office/drawing/2014/main" id="{AD3811F5-514E-49A4-B382-673ED228A4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6783" y="514898"/>
            <a:ext cx="1795013"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1" name="Freeform: Shape 30">
            <a:extLst>
              <a:ext uri="{FF2B5EF4-FFF2-40B4-BE49-F238E27FC236}">
                <a16:creationId xmlns:a16="http://schemas.microsoft.com/office/drawing/2014/main" id="{067AD921-1CEE-4C1B-9AA3-C66D908DD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49740"/>
            <a:ext cx="889838"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33" name="Arc 32">
            <a:extLst>
              <a:ext uri="{FF2B5EF4-FFF2-40B4-BE49-F238E27FC236}">
                <a16:creationId xmlns:a16="http://schemas.microsoft.com/office/drawing/2014/main" id="{C36A08F5-3B56-47C5-A371-9187BE56E1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44333" y="4713856"/>
            <a:ext cx="4083433"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1" name="TextBox 10">
            <a:extLst>
              <a:ext uri="{FF2B5EF4-FFF2-40B4-BE49-F238E27FC236}">
                <a16:creationId xmlns:a16="http://schemas.microsoft.com/office/drawing/2014/main" id="{49E16B98-8E83-EDCE-CA04-1CC71A17E3CF}"/>
              </a:ext>
            </a:extLst>
          </p:cNvPr>
          <p:cNvSpPr txBox="1"/>
          <p:nvPr/>
        </p:nvSpPr>
        <p:spPr>
          <a:xfrm>
            <a:off x="4572000" y="5780314"/>
            <a:ext cx="4190420" cy="646331"/>
          </a:xfrm>
          <a:prstGeom prst="rect">
            <a:avLst/>
          </a:prstGeom>
          <a:noFill/>
        </p:spPr>
        <p:txBody>
          <a:bodyPr wrap="square" rtlCol="0">
            <a:spAutoFit/>
          </a:bodyPr>
          <a:lstStyle/>
          <a:p>
            <a:r>
              <a:rPr lang="en-US" dirty="0"/>
              <a:t>Kasen Ni</a:t>
            </a:r>
          </a:p>
          <a:p>
            <a:r>
              <a:rPr lang="en-US" dirty="0"/>
              <a:t>CSE518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96EB48-530B-97F6-3DD6-2F671ADCB4B4}"/>
            </a:ext>
          </a:extLst>
        </p:cNvPr>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49">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912768"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extBox 1">
            <a:extLst>
              <a:ext uri="{FF2B5EF4-FFF2-40B4-BE49-F238E27FC236}">
                <a16:creationId xmlns:a16="http://schemas.microsoft.com/office/drawing/2014/main" id="{73A550AA-AA5F-F78B-B7EF-490739800D6A}"/>
              </a:ext>
            </a:extLst>
          </p:cNvPr>
          <p:cNvSpPr txBox="1"/>
          <p:nvPr/>
        </p:nvSpPr>
        <p:spPr>
          <a:xfrm>
            <a:off x="628650" y="673770"/>
            <a:ext cx="2415246" cy="2027227"/>
          </a:xfrm>
          <a:prstGeom prst="rect">
            <a:avLst/>
          </a:prstGeom>
        </p:spPr>
        <p:txBody>
          <a:bodyPr vert="horz" lIns="91440" tIns="45720" rIns="91440" bIns="45720" rtlCol="0" anchor="t">
            <a:normAutofit/>
          </a:bodyPr>
          <a:lstStyle/>
          <a:p>
            <a:pPr defTabSz="914400">
              <a:lnSpc>
                <a:spcPct val="90000"/>
              </a:lnSpc>
              <a:spcBef>
                <a:spcPct val="0"/>
              </a:spcBef>
              <a:spcAft>
                <a:spcPts val="600"/>
              </a:spcAft>
              <a:defRPr sz="3200" b="1"/>
            </a:pPr>
            <a:r>
              <a:rPr lang="en-US" sz="3600" kern="1200">
                <a:solidFill>
                  <a:srgbClr val="FFFFFF"/>
                </a:solidFill>
                <a:latin typeface="+mj-lt"/>
                <a:ea typeface="+mj-ea"/>
                <a:cs typeface="+mj-cs"/>
              </a:rPr>
              <a:t>Problem &amp; Motivation</a:t>
            </a:r>
          </a:p>
        </p:txBody>
      </p:sp>
      <p:sp>
        <p:nvSpPr>
          <p:cNvPr id="3" name="TextBox 2">
            <a:extLst>
              <a:ext uri="{FF2B5EF4-FFF2-40B4-BE49-F238E27FC236}">
                <a16:creationId xmlns:a16="http://schemas.microsoft.com/office/drawing/2014/main" id="{397FE188-6209-5E91-4329-7784DDE1506F}"/>
              </a:ext>
            </a:extLst>
          </p:cNvPr>
          <p:cNvSpPr txBox="1"/>
          <p:nvPr/>
        </p:nvSpPr>
        <p:spPr>
          <a:xfrm>
            <a:off x="3820140" y="5224337"/>
            <a:ext cx="4942280" cy="1329443"/>
          </a:xfrm>
          <a:prstGeom prst="rect">
            <a:avLst/>
          </a:prstGeom>
        </p:spPr>
        <p:txBody>
          <a:bodyPr vert="horz" lIns="91440" tIns="45720" rIns="91440" bIns="45720" rtlCol="0">
            <a:normAutofit/>
          </a:bodyPr>
          <a:lstStyle/>
          <a:p>
            <a:pPr algn="r" defTabSz="914400">
              <a:lnSpc>
                <a:spcPct val="90000"/>
              </a:lnSpc>
              <a:spcBef>
                <a:spcPts val="1000"/>
              </a:spcBef>
              <a:defRPr sz="2000"/>
            </a:pPr>
            <a:r>
              <a:rPr lang="en-US" sz="2400" kern="1200">
                <a:solidFill>
                  <a:srgbClr val="FFFFFF"/>
                </a:solidFill>
                <a:latin typeface="+mn-lt"/>
                <a:ea typeface="+mn-ea"/>
                <a:cs typeface="+mn-cs"/>
              </a:rPr>
              <a:t>• Static toolbars waste time searching for tools</a:t>
            </a:r>
          </a:p>
        </p:txBody>
      </p:sp>
      <p:graphicFrame>
        <p:nvGraphicFramePr>
          <p:cNvPr id="44" name="TextBox 3">
            <a:extLst>
              <a:ext uri="{FF2B5EF4-FFF2-40B4-BE49-F238E27FC236}">
                <a16:creationId xmlns:a16="http://schemas.microsoft.com/office/drawing/2014/main" id="{2AF37D75-2F54-D4C6-47D6-D2E81A04BACD}"/>
              </a:ext>
            </a:extLst>
          </p:cNvPr>
          <p:cNvGraphicFramePr/>
          <p:nvPr>
            <p:extLst>
              <p:ext uri="{D42A27DB-BD31-4B8C-83A1-F6EECF244321}">
                <p14:modId xmlns:p14="http://schemas.microsoft.com/office/powerpoint/2010/main" val="21337559"/>
              </p:ext>
            </p:extLst>
          </p:nvPr>
        </p:nvGraphicFramePr>
        <p:xfrm>
          <a:off x="4157004" y="541606"/>
          <a:ext cx="4358346" cy="56782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99367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DE6E648-92CD-ACEB-3750-CD4C7881C94E}"/>
              </a:ext>
            </a:extLst>
          </p:cNvPr>
          <p:cNvSpPr txBox="1"/>
          <p:nvPr/>
        </p:nvSpPr>
        <p:spPr>
          <a:xfrm>
            <a:off x="628650" y="556995"/>
            <a:ext cx="7886700" cy="1133693"/>
          </a:xfrm>
          <a:prstGeom prst="rect">
            <a:avLst/>
          </a:prstGeom>
        </p:spPr>
        <p:txBody>
          <a:bodyPr vert="horz" lIns="91440" tIns="45720" rIns="91440" bIns="45720" rtlCol="0" anchor="ctr">
            <a:normAutofit/>
          </a:bodyPr>
          <a:lstStyle/>
          <a:p>
            <a:pPr defTabSz="914400">
              <a:lnSpc>
                <a:spcPct val="90000"/>
              </a:lnSpc>
              <a:spcBef>
                <a:spcPct val="0"/>
              </a:spcBef>
              <a:spcAft>
                <a:spcPts val="600"/>
              </a:spcAft>
              <a:defRPr sz="2000"/>
            </a:pPr>
            <a:r>
              <a:rPr lang="en-US" sz="4500" b="1" kern="1200" dirty="0">
                <a:solidFill>
                  <a:schemeClr val="tx1"/>
                </a:solidFill>
                <a:latin typeface="+mj-lt"/>
                <a:ea typeface="+mj-ea"/>
                <a:cs typeface="+mj-cs"/>
              </a:rPr>
              <a:t>Approach:</a:t>
            </a:r>
          </a:p>
        </p:txBody>
      </p:sp>
      <p:sp>
        <p:nvSpPr>
          <p:cNvPr id="2" name="TextBox 1"/>
          <p:cNvSpPr txBox="1"/>
          <p:nvPr/>
        </p:nvSpPr>
        <p:spPr>
          <a:xfrm>
            <a:off x="3820140" y="2744662"/>
            <a:ext cx="4942280" cy="2387600"/>
          </a:xfrm>
          <a:prstGeom prst="rect">
            <a:avLst/>
          </a:prstGeom>
        </p:spPr>
        <p:txBody>
          <a:bodyPr vert="horz" lIns="91440" tIns="45720" rIns="91440" bIns="45720" rtlCol="0" anchor="b">
            <a:normAutofit/>
          </a:bodyPr>
          <a:lstStyle/>
          <a:p>
            <a:pPr algn="r" defTabSz="914400">
              <a:lnSpc>
                <a:spcPct val="90000"/>
              </a:lnSpc>
              <a:spcBef>
                <a:spcPct val="0"/>
              </a:spcBef>
              <a:spcAft>
                <a:spcPts val="600"/>
              </a:spcAft>
              <a:defRPr sz="3200" b="1"/>
            </a:pPr>
            <a:endParaRPr lang="en-US" sz="6000" kern="1200" dirty="0">
              <a:solidFill>
                <a:srgbClr val="FFFFFF"/>
              </a:solidFill>
              <a:latin typeface="+mj-lt"/>
              <a:ea typeface="+mj-ea"/>
              <a:cs typeface="+mj-cs"/>
            </a:endParaRPr>
          </a:p>
        </p:txBody>
      </p:sp>
      <p:sp>
        <p:nvSpPr>
          <p:cNvPr id="3" name="TextBox 2"/>
          <p:cNvSpPr txBox="1"/>
          <p:nvPr/>
        </p:nvSpPr>
        <p:spPr>
          <a:xfrm>
            <a:off x="3820140" y="5224337"/>
            <a:ext cx="4942280" cy="1329443"/>
          </a:xfrm>
          <a:prstGeom prst="rect">
            <a:avLst/>
          </a:prstGeom>
        </p:spPr>
        <p:txBody>
          <a:bodyPr vert="horz" lIns="91440" tIns="45720" rIns="91440" bIns="45720" rtlCol="0">
            <a:normAutofit/>
          </a:bodyPr>
          <a:lstStyle/>
          <a:p>
            <a:pPr algn="r" defTabSz="914400">
              <a:lnSpc>
                <a:spcPct val="90000"/>
              </a:lnSpc>
              <a:spcBef>
                <a:spcPts val="1000"/>
              </a:spcBef>
              <a:defRPr sz="2000"/>
            </a:pPr>
            <a:endParaRPr lang="en-US" sz="2400" kern="1200" dirty="0">
              <a:solidFill>
                <a:srgbClr val="FFFFFF"/>
              </a:solidFill>
              <a:latin typeface="+mn-lt"/>
              <a:ea typeface="+mn-ea"/>
              <a:cs typeface="+mn-cs"/>
            </a:endParaRPr>
          </a:p>
        </p:txBody>
      </p:sp>
      <p:graphicFrame>
        <p:nvGraphicFramePr>
          <p:cNvPr id="54" name="TextBox 3">
            <a:extLst>
              <a:ext uri="{FF2B5EF4-FFF2-40B4-BE49-F238E27FC236}">
                <a16:creationId xmlns:a16="http://schemas.microsoft.com/office/drawing/2014/main" id="{3F967EC6-50E7-D400-8DAC-B4D66C627FC4}"/>
              </a:ext>
            </a:extLst>
          </p:cNvPr>
          <p:cNvGraphicFramePr/>
          <p:nvPr>
            <p:extLst>
              <p:ext uri="{D42A27DB-BD31-4B8C-83A1-F6EECF244321}">
                <p14:modId xmlns:p14="http://schemas.microsoft.com/office/powerpoint/2010/main" val="46564062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83356" y="1928731"/>
            <a:ext cx="3333749" cy="2624327"/>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3F6DC17-058A-4C03-E68A-2616F2776A35}"/>
              </a:ext>
            </a:extLst>
          </p:cNvPr>
          <p:cNvSpPr txBox="1"/>
          <p:nvPr/>
        </p:nvSpPr>
        <p:spPr>
          <a:xfrm>
            <a:off x="771525" y="1967266"/>
            <a:ext cx="1971675" cy="2547257"/>
          </a:xfrm>
          <a:prstGeom prst="rect">
            <a:avLst/>
          </a:prstGeom>
          <a:noFill/>
        </p:spPr>
        <p:txBody>
          <a:bodyPr vert="horz" lIns="91440" tIns="45720" rIns="91440" bIns="45720" rtlCol="0" anchor="ctr">
            <a:normAutofit/>
          </a:bodyPr>
          <a:lstStyle/>
          <a:p>
            <a:pPr algn="ctr" defTabSz="914400">
              <a:lnSpc>
                <a:spcPct val="90000"/>
              </a:lnSpc>
              <a:spcBef>
                <a:spcPct val="0"/>
              </a:spcBef>
              <a:spcAft>
                <a:spcPts val="600"/>
              </a:spcAft>
            </a:pPr>
            <a:r>
              <a:rPr lang="en-US" sz="3100" kern="1200">
                <a:solidFill>
                  <a:srgbClr val="FFFFFF"/>
                </a:solidFill>
                <a:latin typeface="+mj-lt"/>
                <a:ea typeface="+mj-ea"/>
                <a:cs typeface="+mj-cs"/>
              </a:rPr>
              <a:t>UI Interface</a:t>
            </a:r>
          </a:p>
        </p:txBody>
      </p:sp>
      <p:pic>
        <p:nvPicPr>
          <p:cNvPr id="3" name="Picture 2" descr="A screenshot of a computer&#10;&#10;AI-generated content may be incorrect.">
            <a:extLst>
              <a:ext uri="{FF2B5EF4-FFF2-40B4-BE49-F238E27FC236}">
                <a16:creationId xmlns:a16="http://schemas.microsoft.com/office/drawing/2014/main" id="{CFA91033-B835-8A81-3780-6B09045CA385}"/>
              </a:ext>
            </a:extLst>
          </p:cNvPr>
          <p:cNvPicPr>
            <a:picLocks noChangeAspect="1"/>
          </p:cNvPicPr>
          <p:nvPr/>
        </p:nvPicPr>
        <p:blipFill>
          <a:blip r:embed="rId2"/>
          <a:stretch>
            <a:fillRect/>
          </a:stretch>
        </p:blipFill>
        <p:spPr>
          <a:xfrm>
            <a:off x="3582987" y="1933963"/>
            <a:ext cx="5085525" cy="2987745"/>
          </a:xfrm>
          <a:prstGeom prst="rect">
            <a:avLst/>
          </a:prstGeom>
        </p:spPr>
      </p:pic>
    </p:spTree>
    <p:extLst>
      <p:ext uri="{BB962C8B-B14F-4D97-AF65-F5344CB8AC3E}">
        <p14:creationId xmlns:p14="http://schemas.microsoft.com/office/powerpoint/2010/main" val="421067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4" name="TextBox 3">
            <a:extLst>
              <a:ext uri="{FF2B5EF4-FFF2-40B4-BE49-F238E27FC236}">
                <a16:creationId xmlns:a16="http://schemas.microsoft.com/office/drawing/2014/main" id="{41D5430E-376B-B165-160E-9ECD04DE1097}"/>
              </a:ext>
            </a:extLst>
          </p:cNvPr>
          <p:cNvSpPr txBox="1"/>
          <p:nvPr/>
        </p:nvSpPr>
        <p:spPr>
          <a:xfrm>
            <a:off x="628650" y="448721"/>
            <a:ext cx="3530753" cy="1225650"/>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2600" kern="1200">
                <a:solidFill>
                  <a:schemeClr val="bg1"/>
                </a:solidFill>
                <a:latin typeface="+mj-lt"/>
                <a:ea typeface="+mj-ea"/>
                <a:cs typeface="+mj-cs"/>
              </a:rPr>
              <a:t>Flexible and responsive toolbar interface</a:t>
            </a:r>
          </a:p>
        </p:txBody>
      </p:sp>
      <p:cxnSp>
        <p:nvCxnSpPr>
          <p:cNvPr id="34" name="Straight Connector 33">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3904" y="1749756"/>
            <a:ext cx="353872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ECAA781-A108-7A64-F851-951892F88000}"/>
              </a:ext>
            </a:extLst>
          </p:cNvPr>
          <p:cNvSpPr txBox="1"/>
          <p:nvPr/>
        </p:nvSpPr>
        <p:spPr>
          <a:xfrm>
            <a:off x="673326" y="1909192"/>
            <a:ext cx="3439885" cy="3647710"/>
          </a:xfrm>
          <a:prstGeom prst="rect">
            <a:avLst/>
          </a:prstGeo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pPr>
            <a:r>
              <a:rPr lang="en-US" sz="1700">
                <a:solidFill>
                  <a:schemeClr val="bg1"/>
                </a:solidFill>
              </a:rPr>
              <a:t>Text editor tool symbols increases size and automatically switch position based on how frequently the user interacts with the symbols.</a:t>
            </a:r>
          </a:p>
        </p:txBody>
      </p:sp>
      <p:cxnSp>
        <p:nvCxnSpPr>
          <p:cNvPr id="36" name="Straight Connector 35">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5520" y="5707672"/>
            <a:ext cx="353549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 name="Picture 2" descr="A screenshot of a computer&#10;&#10;AI-generated content may be incorrect.">
            <a:extLst>
              <a:ext uri="{FF2B5EF4-FFF2-40B4-BE49-F238E27FC236}">
                <a16:creationId xmlns:a16="http://schemas.microsoft.com/office/drawing/2014/main" id="{029919A1-A520-ABE8-9CEE-C69D176F6164}"/>
              </a:ext>
            </a:extLst>
          </p:cNvPr>
          <p:cNvPicPr>
            <a:picLocks noChangeAspect="1"/>
          </p:cNvPicPr>
          <p:nvPr/>
        </p:nvPicPr>
        <p:blipFill>
          <a:blip r:embed="rId2"/>
          <a:stretch>
            <a:fillRect/>
          </a:stretch>
        </p:blipFill>
        <p:spPr>
          <a:xfrm>
            <a:off x="4894089" y="0"/>
            <a:ext cx="2966084" cy="6858000"/>
          </a:xfrm>
          <a:prstGeom prst="rect">
            <a:avLst/>
          </a:prstGeom>
        </p:spPr>
      </p:pic>
    </p:spTree>
    <p:extLst>
      <p:ext uri="{BB962C8B-B14F-4D97-AF65-F5344CB8AC3E}">
        <p14:creationId xmlns:p14="http://schemas.microsoft.com/office/powerpoint/2010/main" val="14160779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8" name="Arc 37">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100024" y="863980"/>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004647"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Picture 2" descr="A screenshot of a chat&#10;&#10;AI-generated content may be incorrect.">
            <a:extLst>
              <a:ext uri="{FF2B5EF4-FFF2-40B4-BE49-F238E27FC236}">
                <a16:creationId xmlns:a16="http://schemas.microsoft.com/office/drawing/2014/main" id="{638EC755-A9BD-DCBE-98CB-5CF3881394F2}"/>
              </a:ext>
            </a:extLst>
          </p:cNvPr>
          <p:cNvPicPr>
            <a:picLocks noChangeAspect="1"/>
          </p:cNvPicPr>
          <p:nvPr/>
        </p:nvPicPr>
        <p:blipFill>
          <a:blip r:embed="rId2"/>
          <a:stretch>
            <a:fillRect/>
          </a:stretch>
        </p:blipFill>
        <p:spPr>
          <a:xfrm>
            <a:off x="527386" y="971256"/>
            <a:ext cx="3583036" cy="4745744"/>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4" name="TextBox 3">
            <a:extLst>
              <a:ext uri="{FF2B5EF4-FFF2-40B4-BE49-F238E27FC236}">
                <a16:creationId xmlns:a16="http://schemas.microsoft.com/office/drawing/2014/main" id="{4832BBEA-B5D9-078F-28BA-65F4E6B9C05A}"/>
              </a:ext>
            </a:extLst>
          </p:cNvPr>
          <p:cNvSpPr txBox="1"/>
          <p:nvPr/>
        </p:nvSpPr>
        <p:spPr>
          <a:xfrm>
            <a:off x="4421221" y="1984443"/>
            <a:ext cx="4094129" cy="4192520"/>
          </a:xfrm>
          <a:prstGeom prst="rect">
            <a:avLst/>
          </a:prstGeo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pPr>
            <a:r>
              <a:rPr lang="en-US" dirty="0"/>
              <a:t>Integrated DeepSeek AI agent to assist with any user request</a:t>
            </a:r>
          </a:p>
          <a:p>
            <a:pPr indent="-228600" defTabSz="914400">
              <a:lnSpc>
                <a:spcPct val="90000"/>
              </a:lnSpc>
              <a:spcAft>
                <a:spcPts val="600"/>
              </a:spcAft>
              <a:buFont typeface="Arial" panose="020B0604020202020204" pitchFamily="34" charset="0"/>
              <a:buChar char="•"/>
            </a:pPr>
            <a:r>
              <a:rPr lang="en-US" dirty="0"/>
              <a:t>Apply changes directly into the text editor with just one single click</a:t>
            </a:r>
          </a:p>
          <a:p>
            <a:pPr indent="-228600" defTabSz="914400">
              <a:lnSpc>
                <a:spcPct val="90000"/>
              </a:lnSpc>
              <a:spcAft>
                <a:spcPts val="600"/>
              </a:spcAft>
              <a:buFont typeface="Arial" panose="020B0604020202020204" pitchFamily="34" charset="0"/>
              <a:buChar char="•"/>
            </a:pPr>
            <a:r>
              <a:rPr lang="en-US" dirty="0"/>
              <a:t>All previous chat history will be recorded</a:t>
            </a:r>
          </a:p>
          <a:p>
            <a:pPr indent="-228600" defTabSz="914400">
              <a:lnSpc>
                <a:spcPct val="90000"/>
              </a:lnSpc>
              <a:spcAft>
                <a:spcPts val="600"/>
              </a:spcAft>
              <a:buFont typeface="Arial" panose="020B0604020202020204" pitchFamily="34" charset="0"/>
              <a:buChar char="•"/>
            </a:pPr>
            <a:r>
              <a:rPr lang="en-US" dirty="0"/>
              <a:t>Support file upload and analysis along with text input</a:t>
            </a:r>
          </a:p>
        </p:txBody>
      </p:sp>
    </p:spTree>
    <p:extLst>
      <p:ext uri="{BB962C8B-B14F-4D97-AF65-F5344CB8AC3E}">
        <p14:creationId xmlns:p14="http://schemas.microsoft.com/office/powerpoint/2010/main" val="2747179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AI-generated content may be incorrect.">
            <a:extLst>
              <a:ext uri="{FF2B5EF4-FFF2-40B4-BE49-F238E27FC236}">
                <a16:creationId xmlns:a16="http://schemas.microsoft.com/office/drawing/2014/main" id="{4A8C0B3E-273E-73FC-9F35-18816D617AB4}"/>
              </a:ext>
            </a:extLst>
          </p:cNvPr>
          <p:cNvPicPr>
            <a:picLocks noChangeAspect="1"/>
          </p:cNvPicPr>
          <p:nvPr/>
        </p:nvPicPr>
        <p:blipFill>
          <a:blip r:embed="rId2"/>
          <a:stretch>
            <a:fillRect/>
          </a:stretch>
        </p:blipFill>
        <p:spPr>
          <a:xfrm>
            <a:off x="966977" y="1549991"/>
            <a:ext cx="7210048" cy="1351884"/>
          </a:xfrm>
          <a:prstGeom prst="rect">
            <a:avLst/>
          </a:prstGeom>
        </p:spPr>
      </p:pic>
      <p:sp>
        <p:nvSpPr>
          <p:cNvPr id="27" name="Right Triangle 26">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D16AC6D-32DC-01DA-5AE8-C0E735FCFD5F}"/>
              </a:ext>
            </a:extLst>
          </p:cNvPr>
          <p:cNvSpPr txBox="1"/>
          <p:nvPr/>
        </p:nvSpPr>
        <p:spPr>
          <a:xfrm>
            <a:off x="966978" y="3429000"/>
            <a:ext cx="6691254" cy="1713305"/>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3300" kern="1200">
                <a:solidFill>
                  <a:schemeClr val="tx1"/>
                </a:solidFill>
                <a:latin typeface="+mj-lt"/>
                <a:ea typeface="+mj-ea"/>
                <a:cs typeface="+mj-cs"/>
              </a:rPr>
              <a:t>Flexible symbol re-position: user can freely drag the symbols into desired position for better experience</a:t>
            </a:r>
          </a:p>
        </p:txBody>
      </p:sp>
    </p:spTree>
    <p:extLst>
      <p:ext uri="{BB962C8B-B14F-4D97-AF65-F5344CB8AC3E}">
        <p14:creationId xmlns:p14="http://schemas.microsoft.com/office/powerpoint/2010/main" val="3478807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E8BA18F-87BA-292D-029A-136327CFDD15}"/>
              </a:ext>
            </a:extLst>
          </p:cNvPr>
          <p:cNvSpPr txBox="1"/>
          <p:nvPr/>
        </p:nvSpPr>
        <p:spPr>
          <a:xfrm>
            <a:off x="524784" y="248038"/>
            <a:ext cx="5297791" cy="1159200"/>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3500" kern="1200">
                <a:solidFill>
                  <a:srgbClr val="FFFFFF"/>
                </a:solidFill>
                <a:latin typeface="+mj-lt"/>
                <a:ea typeface="+mj-ea"/>
                <a:cs typeface="+mj-cs"/>
              </a:rPr>
              <a:t>Save file when you are done!</a:t>
            </a:r>
          </a:p>
        </p:txBody>
      </p:sp>
      <p:pic>
        <p:nvPicPr>
          <p:cNvPr id="3" name="Picture 2" descr="A screenshot of a computer&#10;&#10;AI-generated content may be incorrect.">
            <a:extLst>
              <a:ext uri="{FF2B5EF4-FFF2-40B4-BE49-F238E27FC236}">
                <a16:creationId xmlns:a16="http://schemas.microsoft.com/office/drawing/2014/main" id="{B2794B80-F30A-AB5A-B29B-849C1ED87128}"/>
              </a:ext>
            </a:extLst>
          </p:cNvPr>
          <p:cNvPicPr>
            <a:picLocks noChangeAspect="1"/>
          </p:cNvPicPr>
          <p:nvPr/>
        </p:nvPicPr>
        <p:blipFill>
          <a:blip r:embed="rId2"/>
          <a:stretch>
            <a:fillRect/>
          </a:stretch>
        </p:blipFill>
        <p:spPr>
          <a:xfrm>
            <a:off x="324168" y="3034839"/>
            <a:ext cx="8495662" cy="2315067"/>
          </a:xfrm>
          <a:prstGeom prst="rect">
            <a:avLst/>
          </a:prstGeom>
        </p:spPr>
      </p:pic>
    </p:spTree>
    <p:extLst>
      <p:ext uri="{BB962C8B-B14F-4D97-AF65-F5344CB8AC3E}">
        <p14:creationId xmlns:p14="http://schemas.microsoft.com/office/powerpoint/2010/main" val="114270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4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282344"/>
            <a:ext cx="9143997"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5282344"/>
            <a:ext cx="6086475"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5282344"/>
            <a:ext cx="9143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D354B8D-A503-7173-2443-115DF589AA35}"/>
              </a:ext>
            </a:extLst>
          </p:cNvPr>
          <p:cNvSpPr txBox="1"/>
          <p:nvPr/>
        </p:nvSpPr>
        <p:spPr>
          <a:xfrm>
            <a:off x="524785" y="5490971"/>
            <a:ext cx="5221554" cy="1159200"/>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3500" kern="1200">
                <a:solidFill>
                  <a:srgbClr val="FFFFFF"/>
                </a:solidFill>
                <a:latin typeface="+mj-lt"/>
                <a:ea typeface="+mj-ea"/>
                <a:cs typeface="+mj-cs"/>
              </a:rPr>
              <a:t>Switching between dark and light theme</a:t>
            </a:r>
          </a:p>
        </p:txBody>
      </p:sp>
      <p:pic>
        <p:nvPicPr>
          <p:cNvPr id="3" name="Picture 2" descr="A screenshot of a computer&#10;&#10;AI-generated content may be incorrect.">
            <a:extLst>
              <a:ext uri="{FF2B5EF4-FFF2-40B4-BE49-F238E27FC236}">
                <a16:creationId xmlns:a16="http://schemas.microsoft.com/office/drawing/2014/main" id="{DC07CE04-59B8-C403-443A-780DFECDE5AB}"/>
              </a:ext>
            </a:extLst>
          </p:cNvPr>
          <p:cNvPicPr>
            <a:picLocks noChangeAspect="1"/>
          </p:cNvPicPr>
          <p:nvPr/>
        </p:nvPicPr>
        <p:blipFill>
          <a:blip r:embed="rId2"/>
          <a:stretch>
            <a:fillRect/>
          </a:stretch>
        </p:blipFill>
        <p:spPr>
          <a:xfrm>
            <a:off x="677068" y="390832"/>
            <a:ext cx="7859328" cy="4519114"/>
          </a:xfrm>
          <a:prstGeom prst="rect">
            <a:avLst/>
          </a:prstGeom>
        </p:spPr>
      </p:pic>
    </p:spTree>
    <p:extLst>
      <p:ext uri="{BB962C8B-B14F-4D97-AF65-F5344CB8AC3E}">
        <p14:creationId xmlns:p14="http://schemas.microsoft.com/office/powerpoint/2010/main" val="880913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3D spheres connected with a red line">
            <a:extLst>
              <a:ext uri="{FF2B5EF4-FFF2-40B4-BE49-F238E27FC236}">
                <a16:creationId xmlns:a16="http://schemas.microsoft.com/office/drawing/2014/main" id="{8C7C43D9-D48D-A3CF-4C06-2E8F41DB8495}"/>
              </a:ext>
            </a:extLst>
          </p:cNvPr>
          <p:cNvPicPr>
            <a:picLocks noChangeAspect="1"/>
          </p:cNvPicPr>
          <p:nvPr/>
        </p:nvPicPr>
        <p:blipFill>
          <a:blip r:embed="rId2"/>
          <a:srcRect l="30755" r="24870"/>
          <a:stretch>
            <a:fillRect/>
          </a:stretch>
        </p:blipFill>
        <p:spPr>
          <a:xfrm>
            <a:off x="20" y="-2"/>
            <a:ext cx="4057627"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7647" y="-1"/>
            <a:ext cx="508635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87510063-AF74-EC5B-9AA0-4C0F0F054D33}"/>
              </a:ext>
            </a:extLst>
          </p:cNvPr>
          <p:cNvSpPr txBox="1"/>
          <p:nvPr/>
        </p:nvSpPr>
        <p:spPr>
          <a:xfrm>
            <a:off x="4586487" y="405685"/>
            <a:ext cx="4098726" cy="1559301"/>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3500" dirty="0">
                <a:latin typeface="+mj-lt"/>
                <a:ea typeface="+mj-ea"/>
                <a:cs typeface="+mj-cs"/>
              </a:rPr>
              <a:t>User Evaluation</a:t>
            </a:r>
          </a:p>
        </p:txBody>
      </p:sp>
      <p:sp>
        <p:nvSpPr>
          <p:cNvPr id="3" name="TextBox 2">
            <a:extLst>
              <a:ext uri="{FF2B5EF4-FFF2-40B4-BE49-F238E27FC236}">
                <a16:creationId xmlns:a16="http://schemas.microsoft.com/office/drawing/2014/main" id="{64470BA9-33B5-B6B0-F6B0-082C02C974E5}"/>
              </a:ext>
            </a:extLst>
          </p:cNvPr>
          <p:cNvSpPr txBox="1"/>
          <p:nvPr/>
        </p:nvSpPr>
        <p:spPr>
          <a:xfrm>
            <a:off x="4586487" y="2743200"/>
            <a:ext cx="3935505" cy="3496878"/>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r>
              <a:rPr lang="en-US" sz="1700" dirty="0"/>
              <a:t>Due to local deployment of the model. The model response speed is limited and will require huge memory if the user chooses LLM with strong reasoning capability.</a:t>
            </a:r>
          </a:p>
          <a:p>
            <a:pPr indent="-228600" defTabSz="914400">
              <a:lnSpc>
                <a:spcPct val="90000"/>
              </a:lnSpc>
              <a:spcAft>
                <a:spcPts val="600"/>
              </a:spcAft>
              <a:buFont typeface="Arial" panose="020B0604020202020204" pitchFamily="34" charset="0"/>
              <a:buChar char="•"/>
            </a:pPr>
            <a:endParaRPr lang="en-US" sz="1700" dirty="0"/>
          </a:p>
          <a:p>
            <a:pPr indent="-228600" defTabSz="914400">
              <a:lnSpc>
                <a:spcPct val="90000"/>
              </a:lnSpc>
              <a:spcAft>
                <a:spcPts val="600"/>
              </a:spcAft>
              <a:buFont typeface="Arial" panose="020B0604020202020204" pitchFamily="34" charset="0"/>
              <a:buChar char="•"/>
            </a:pPr>
            <a:r>
              <a:rPr lang="en-US" sz="1700" dirty="0"/>
              <a:t>Some of the UI design can be further optimized to improve smoothness, such as toolbar symbols</a:t>
            </a:r>
          </a:p>
        </p:txBody>
      </p:sp>
    </p:spTree>
    <p:extLst>
      <p:ext uri="{BB962C8B-B14F-4D97-AF65-F5344CB8AC3E}">
        <p14:creationId xmlns:p14="http://schemas.microsoft.com/office/powerpoint/2010/main" val="249085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728E69A-FC1B-9F9B-4011-861706338A0F}"/>
              </a:ext>
            </a:extLst>
          </p:cNvPr>
          <p:cNvPicPr>
            <a:picLocks noChangeAspect="1"/>
          </p:cNvPicPr>
          <p:nvPr/>
        </p:nvPicPr>
        <p:blipFill>
          <a:blip r:embed="rId2">
            <a:duotone>
              <a:schemeClr val="bg2">
                <a:shade val="45000"/>
                <a:satMod val="135000"/>
              </a:schemeClr>
              <a:prstClr val="white"/>
            </a:duotone>
          </a:blip>
          <a:srcRect l="9188" r="22145" b="-1"/>
          <a:stretch>
            <a:fillRect/>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11307CA-C26D-0021-EB73-4A3EE8CD389B}"/>
              </a:ext>
            </a:extLst>
          </p:cNvPr>
          <p:cNvSpPr txBox="1"/>
          <p:nvPr/>
        </p:nvSpPr>
        <p:spPr>
          <a:xfrm>
            <a:off x="628650" y="365125"/>
            <a:ext cx="7886700" cy="1325563"/>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4400" dirty="0">
                <a:latin typeface="+mj-lt"/>
                <a:ea typeface="+mj-ea"/>
                <a:cs typeface="+mj-cs"/>
              </a:rPr>
              <a:t>Future work </a:t>
            </a:r>
          </a:p>
        </p:txBody>
      </p:sp>
      <p:graphicFrame>
        <p:nvGraphicFramePr>
          <p:cNvPr id="5" name="TextBox 2">
            <a:extLst>
              <a:ext uri="{FF2B5EF4-FFF2-40B4-BE49-F238E27FC236}">
                <a16:creationId xmlns:a16="http://schemas.microsoft.com/office/drawing/2014/main" id="{E4B25D83-2319-01C8-D3C9-296516E35E29}"/>
              </a:ext>
            </a:extLst>
          </p:cNvPr>
          <p:cNvGraphicFramePr/>
          <p:nvPr>
            <p:extLst>
              <p:ext uri="{D42A27DB-BD31-4B8C-83A1-F6EECF244321}">
                <p14:modId xmlns:p14="http://schemas.microsoft.com/office/powerpoint/2010/main" val="339844109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49794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31408D6-2646-45A3-B521-78B0AD836432}"/>
              </a:ext>
            </a:extLst>
          </p:cNvPr>
          <p:cNvSpPr txBox="1"/>
          <p:nvPr/>
        </p:nvSpPr>
        <p:spPr>
          <a:xfrm>
            <a:off x="524784" y="248038"/>
            <a:ext cx="5297791" cy="1159200"/>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3500" kern="1200">
                <a:solidFill>
                  <a:srgbClr val="FFFFFF"/>
                </a:solidFill>
                <a:latin typeface="+mj-lt"/>
                <a:ea typeface="+mj-ea"/>
                <a:cs typeface="+mj-cs"/>
              </a:rPr>
              <a:t>Thank you</a:t>
            </a:r>
          </a:p>
        </p:txBody>
      </p:sp>
      <p:pic>
        <p:nvPicPr>
          <p:cNvPr id="6" name="Graphic 5" descr="Handshake">
            <a:extLst>
              <a:ext uri="{FF2B5EF4-FFF2-40B4-BE49-F238E27FC236}">
                <a16:creationId xmlns:a16="http://schemas.microsoft.com/office/drawing/2014/main" id="{E21A776A-0FA7-A5E0-BF14-0E3581324E2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45919" y="1966293"/>
            <a:ext cx="4452160" cy="4452160"/>
          </a:xfrm>
          <a:prstGeom prst="rect">
            <a:avLst/>
          </a:prstGeom>
        </p:spPr>
      </p:pic>
    </p:spTree>
    <p:extLst>
      <p:ext uri="{BB962C8B-B14F-4D97-AF65-F5344CB8AC3E}">
        <p14:creationId xmlns:p14="http://schemas.microsoft.com/office/powerpoint/2010/main" val="1017179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Organic</Template>
  <TotalTime>54</TotalTime>
  <Words>259</Words>
  <Application>Microsoft Office PowerPoint</Application>
  <PresentationFormat>On-screen Show (4:3)</PresentationFormat>
  <Paragraphs>32</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Kangshuai Ni</dc:creator>
  <cp:keywords/>
  <dc:description>generated using python-pptx</dc:description>
  <cp:lastModifiedBy>Kasen Ni</cp:lastModifiedBy>
  <cp:revision>5</cp:revision>
  <dcterms:created xsi:type="dcterms:W3CDTF">2013-01-27T09:14:16Z</dcterms:created>
  <dcterms:modified xsi:type="dcterms:W3CDTF">2025-12-16T06:04:58Z</dcterms:modified>
  <cp:category/>
</cp:coreProperties>
</file>